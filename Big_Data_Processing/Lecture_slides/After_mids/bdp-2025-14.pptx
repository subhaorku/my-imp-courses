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3"/>
  </p:notesMasterIdLst>
  <p:handoutMasterIdLst>
    <p:handoutMasterId r:id="rId34"/>
  </p:handoutMasterIdLst>
  <p:sldIdLst>
    <p:sldId id="256" r:id="rId3"/>
    <p:sldId id="475" r:id="rId4"/>
    <p:sldId id="477" r:id="rId5"/>
    <p:sldId id="480" r:id="rId6"/>
    <p:sldId id="481" r:id="rId7"/>
    <p:sldId id="482" r:id="rId8"/>
    <p:sldId id="483" r:id="rId9"/>
    <p:sldId id="484" r:id="rId10"/>
    <p:sldId id="485" r:id="rId11"/>
    <p:sldId id="486" r:id="rId12"/>
    <p:sldId id="487" r:id="rId13"/>
    <p:sldId id="488" r:id="rId14"/>
    <p:sldId id="489" r:id="rId15"/>
    <p:sldId id="561" r:id="rId16"/>
    <p:sldId id="490" r:id="rId17"/>
    <p:sldId id="491" r:id="rId18"/>
    <p:sldId id="562" r:id="rId19"/>
    <p:sldId id="563" r:id="rId20"/>
    <p:sldId id="559" r:id="rId21"/>
    <p:sldId id="560" r:id="rId22"/>
    <p:sldId id="538" r:id="rId23"/>
    <p:sldId id="539" r:id="rId24"/>
    <p:sldId id="540" r:id="rId25"/>
    <p:sldId id="564" r:id="rId26"/>
    <p:sldId id="541" r:id="rId27"/>
    <p:sldId id="542" r:id="rId28"/>
    <p:sldId id="565" r:id="rId29"/>
    <p:sldId id="566" r:id="rId30"/>
    <p:sldId id="557" r:id="rId31"/>
    <p:sldId id="309"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050"/>
    <a:srgbClr val="663300"/>
    <a:srgbClr val="CAAE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50" autoAdjust="0"/>
    <p:restoredTop sz="94660"/>
  </p:normalViewPr>
  <p:slideViewPr>
    <p:cSldViewPr snapToGrid="0">
      <p:cViewPr varScale="1">
        <p:scale>
          <a:sx n="81" d="100"/>
          <a:sy n="81" d="100"/>
        </p:scale>
        <p:origin x="802" y="53"/>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3134"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BEC899-9F02-491A-8D3A-9F1A2E35BED9}" type="datetimeFigureOut">
              <a:rPr lang="en-IN" smtClean="0"/>
              <a:t>22-04-2025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C7F388-92B4-4CCE-98AB-E3403A750BCE}" type="slidenum">
              <a:rPr lang="en-IN" smtClean="0"/>
              <a:t>‹#›</a:t>
            </a:fld>
            <a:endParaRPr lang="en-IN"/>
          </a:p>
        </p:txBody>
      </p:sp>
    </p:spTree>
    <p:extLst>
      <p:ext uri="{BB962C8B-B14F-4D97-AF65-F5344CB8AC3E}">
        <p14:creationId xmlns:p14="http://schemas.microsoft.com/office/powerpoint/2010/main" val="2860447380"/>
      </p:ext>
    </p:extLst>
  </p:cSld>
  <p:clrMap bg1="dk1" tx1="lt1" bg2="dk2" tx2="lt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9A62B8-ED7E-4D6E-9A93-014178291C11}" type="datetimeFigureOut">
              <a:rPr lang="en-IN" smtClean="0"/>
              <a:t>22-04-2025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FC15D4-91CA-4DB9-8C01-BAE492E5AD48}" type="slidenum">
              <a:rPr lang="en-IN" smtClean="0"/>
              <a:t>‹#›</a:t>
            </a:fld>
            <a:endParaRPr lang="en-IN"/>
          </a:p>
        </p:txBody>
      </p:sp>
    </p:spTree>
    <p:extLst>
      <p:ext uri="{BB962C8B-B14F-4D97-AF65-F5344CB8AC3E}">
        <p14:creationId xmlns:p14="http://schemas.microsoft.com/office/powerpoint/2010/main" val="1912799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zh-CN"/>
          </a:p>
        </p:txBody>
      </p:sp>
      <p:sp>
        <p:nvSpPr>
          <p:cNvPr id="32772"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4400">
                <a:solidFill>
                  <a:schemeClr val="tx1"/>
                </a:solidFill>
                <a:latin typeface="Arial" panose="020B0604020202020204" pitchFamily="34" charset="0"/>
              </a:defRPr>
            </a:lvl1pPr>
            <a:lvl2pPr marL="742950" indent="-285750" defTabSz="930275" eaLnBrk="0" hangingPunct="0">
              <a:defRPr sz="4400">
                <a:solidFill>
                  <a:schemeClr val="tx1"/>
                </a:solidFill>
                <a:latin typeface="Arial" panose="020B0604020202020204" pitchFamily="34" charset="0"/>
              </a:defRPr>
            </a:lvl2pPr>
            <a:lvl3pPr marL="1143000" indent="-228600" defTabSz="930275" eaLnBrk="0" hangingPunct="0">
              <a:defRPr sz="4400">
                <a:solidFill>
                  <a:schemeClr val="tx1"/>
                </a:solidFill>
                <a:latin typeface="Arial" panose="020B0604020202020204" pitchFamily="34" charset="0"/>
              </a:defRPr>
            </a:lvl3pPr>
            <a:lvl4pPr marL="1600200" indent="-228600" defTabSz="930275" eaLnBrk="0" hangingPunct="0">
              <a:defRPr sz="4400">
                <a:solidFill>
                  <a:schemeClr val="tx1"/>
                </a:solidFill>
                <a:latin typeface="Arial" panose="020B0604020202020204" pitchFamily="34" charset="0"/>
              </a:defRPr>
            </a:lvl4pPr>
            <a:lvl5pPr marL="2057400" indent="-228600" defTabSz="930275" eaLnBrk="0" hangingPunct="0">
              <a:defRPr sz="4400">
                <a:solidFill>
                  <a:schemeClr val="tx1"/>
                </a:solidFill>
                <a:latin typeface="Arial" panose="020B0604020202020204" pitchFamily="34" charset="0"/>
              </a:defRPr>
            </a:lvl5pPr>
            <a:lvl6pPr marL="2514600" indent="-228600" defTabSz="930275" eaLnBrk="0" fontAlgn="base" hangingPunct="0">
              <a:spcBef>
                <a:spcPct val="0"/>
              </a:spcBef>
              <a:spcAft>
                <a:spcPct val="0"/>
              </a:spcAft>
              <a:defRPr sz="4400">
                <a:solidFill>
                  <a:schemeClr val="tx1"/>
                </a:solidFill>
                <a:latin typeface="Arial" panose="020B0604020202020204" pitchFamily="34" charset="0"/>
              </a:defRPr>
            </a:lvl6pPr>
            <a:lvl7pPr marL="2971800" indent="-228600" defTabSz="930275" eaLnBrk="0" fontAlgn="base" hangingPunct="0">
              <a:spcBef>
                <a:spcPct val="0"/>
              </a:spcBef>
              <a:spcAft>
                <a:spcPct val="0"/>
              </a:spcAft>
              <a:defRPr sz="4400">
                <a:solidFill>
                  <a:schemeClr val="tx1"/>
                </a:solidFill>
                <a:latin typeface="Arial" panose="020B0604020202020204" pitchFamily="34" charset="0"/>
              </a:defRPr>
            </a:lvl7pPr>
            <a:lvl8pPr marL="3429000" indent="-228600" defTabSz="930275" eaLnBrk="0" fontAlgn="base" hangingPunct="0">
              <a:spcBef>
                <a:spcPct val="0"/>
              </a:spcBef>
              <a:spcAft>
                <a:spcPct val="0"/>
              </a:spcAft>
              <a:defRPr sz="4400">
                <a:solidFill>
                  <a:schemeClr val="tx1"/>
                </a:solidFill>
                <a:latin typeface="Arial" panose="020B0604020202020204" pitchFamily="34" charset="0"/>
              </a:defRPr>
            </a:lvl8pPr>
            <a:lvl9pPr marL="3886200" indent="-228600" defTabSz="930275" eaLnBrk="0" fontAlgn="base" hangingPunct="0">
              <a:spcBef>
                <a:spcPct val="0"/>
              </a:spcBef>
              <a:spcAft>
                <a:spcPct val="0"/>
              </a:spcAft>
              <a:defRPr sz="4400">
                <a:solidFill>
                  <a:schemeClr val="tx1"/>
                </a:solidFill>
                <a:latin typeface="Arial" panose="020B0604020202020204" pitchFamily="34" charset="0"/>
              </a:defRPr>
            </a:lvl9pPr>
          </a:lstStyle>
          <a:p>
            <a:pPr marL="0" marR="0" lvl="0" indent="0" algn="r" defTabSz="930275" rtl="0" eaLnBrk="1" fontAlgn="auto" latinLnBrk="0" hangingPunct="1">
              <a:lnSpc>
                <a:spcPct val="100000"/>
              </a:lnSpc>
              <a:spcBef>
                <a:spcPts val="0"/>
              </a:spcBef>
              <a:spcAft>
                <a:spcPts val="0"/>
              </a:spcAft>
              <a:buClrTx/>
              <a:buSzTx/>
              <a:buFontTx/>
              <a:buNone/>
              <a:tabLst/>
              <a:defRPr/>
            </a:pPr>
            <a:fld id="{ABF0DE05-F831-4F66-A0DC-F7E716EE8E61}" type="slidenum">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等线" panose="020B0503020204020204" pitchFamily="2" charset="-122"/>
                <a:cs typeface="+mn-cs"/>
              </a:rPr>
              <a:pPr marL="0" marR="0" lvl="0" indent="0" algn="r" defTabSz="930275" rtl="0" eaLnBrk="1" fontAlgn="auto" latinLnBrk="0" hangingPunct="1">
                <a:lnSpc>
                  <a:spcPct val="100000"/>
                </a:lnSpc>
                <a:spcBef>
                  <a:spcPts val="0"/>
                </a:spcBef>
                <a:spcAft>
                  <a:spcPts val="0"/>
                </a:spcAft>
                <a:buClrTx/>
                <a:buSzTx/>
                <a:buFontTx/>
                <a:buNone/>
                <a:tabLst/>
                <a:defRPr/>
              </a:pPr>
              <a:t>3</a:t>
            </a:fld>
            <a:endPar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等线" panose="020B0503020204020204" pitchFamily="2" charset="-122"/>
              <a:cs typeface="+mn-cs"/>
            </a:endParaRPr>
          </a:p>
        </p:txBody>
      </p:sp>
    </p:spTree>
    <p:extLst>
      <p:ext uri="{BB962C8B-B14F-4D97-AF65-F5344CB8AC3E}">
        <p14:creationId xmlns:p14="http://schemas.microsoft.com/office/powerpoint/2010/main" val="7009026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zh-CN"/>
          </a:p>
        </p:txBody>
      </p:sp>
      <p:sp>
        <p:nvSpPr>
          <p:cNvPr id="3584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4400">
                <a:solidFill>
                  <a:schemeClr val="tx1"/>
                </a:solidFill>
                <a:latin typeface="Arial" panose="020B0604020202020204" pitchFamily="34" charset="0"/>
              </a:defRPr>
            </a:lvl1pPr>
            <a:lvl2pPr marL="742950" indent="-285750" defTabSz="930275" eaLnBrk="0" hangingPunct="0">
              <a:defRPr sz="4400">
                <a:solidFill>
                  <a:schemeClr val="tx1"/>
                </a:solidFill>
                <a:latin typeface="Arial" panose="020B0604020202020204" pitchFamily="34" charset="0"/>
              </a:defRPr>
            </a:lvl2pPr>
            <a:lvl3pPr marL="1143000" indent="-228600" defTabSz="930275" eaLnBrk="0" hangingPunct="0">
              <a:defRPr sz="4400">
                <a:solidFill>
                  <a:schemeClr val="tx1"/>
                </a:solidFill>
                <a:latin typeface="Arial" panose="020B0604020202020204" pitchFamily="34" charset="0"/>
              </a:defRPr>
            </a:lvl3pPr>
            <a:lvl4pPr marL="1600200" indent="-228600" defTabSz="930275" eaLnBrk="0" hangingPunct="0">
              <a:defRPr sz="4400">
                <a:solidFill>
                  <a:schemeClr val="tx1"/>
                </a:solidFill>
                <a:latin typeface="Arial" panose="020B0604020202020204" pitchFamily="34" charset="0"/>
              </a:defRPr>
            </a:lvl4pPr>
            <a:lvl5pPr marL="2057400" indent="-228600" defTabSz="930275" eaLnBrk="0" hangingPunct="0">
              <a:defRPr sz="4400">
                <a:solidFill>
                  <a:schemeClr val="tx1"/>
                </a:solidFill>
                <a:latin typeface="Arial" panose="020B0604020202020204" pitchFamily="34" charset="0"/>
              </a:defRPr>
            </a:lvl5pPr>
            <a:lvl6pPr marL="2514600" indent="-228600" defTabSz="930275" eaLnBrk="0" fontAlgn="base" hangingPunct="0">
              <a:spcBef>
                <a:spcPct val="0"/>
              </a:spcBef>
              <a:spcAft>
                <a:spcPct val="0"/>
              </a:spcAft>
              <a:defRPr sz="4400">
                <a:solidFill>
                  <a:schemeClr val="tx1"/>
                </a:solidFill>
                <a:latin typeface="Arial" panose="020B0604020202020204" pitchFamily="34" charset="0"/>
              </a:defRPr>
            </a:lvl6pPr>
            <a:lvl7pPr marL="2971800" indent="-228600" defTabSz="930275" eaLnBrk="0" fontAlgn="base" hangingPunct="0">
              <a:spcBef>
                <a:spcPct val="0"/>
              </a:spcBef>
              <a:spcAft>
                <a:spcPct val="0"/>
              </a:spcAft>
              <a:defRPr sz="4400">
                <a:solidFill>
                  <a:schemeClr val="tx1"/>
                </a:solidFill>
                <a:latin typeface="Arial" panose="020B0604020202020204" pitchFamily="34" charset="0"/>
              </a:defRPr>
            </a:lvl7pPr>
            <a:lvl8pPr marL="3429000" indent="-228600" defTabSz="930275" eaLnBrk="0" fontAlgn="base" hangingPunct="0">
              <a:spcBef>
                <a:spcPct val="0"/>
              </a:spcBef>
              <a:spcAft>
                <a:spcPct val="0"/>
              </a:spcAft>
              <a:defRPr sz="4400">
                <a:solidFill>
                  <a:schemeClr val="tx1"/>
                </a:solidFill>
                <a:latin typeface="Arial" panose="020B0604020202020204" pitchFamily="34" charset="0"/>
              </a:defRPr>
            </a:lvl8pPr>
            <a:lvl9pPr marL="3886200" indent="-228600" defTabSz="930275" eaLnBrk="0" fontAlgn="base" hangingPunct="0">
              <a:spcBef>
                <a:spcPct val="0"/>
              </a:spcBef>
              <a:spcAft>
                <a:spcPct val="0"/>
              </a:spcAft>
              <a:defRPr sz="4400">
                <a:solidFill>
                  <a:schemeClr val="tx1"/>
                </a:solidFill>
                <a:latin typeface="Arial" panose="020B0604020202020204" pitchFamily="34" charset="0"/>
              </a:defRPr>
            </a:lvl9pPr>
          </a:lstStyle>
          <a:p>
            <a:pPr marL="0" marR="0" lvl="0" indent="0" algn="r" defTabSz="930275" rtl="0" eaLnBrk="1" fontAlgn="auto" latinLnBrk="0" hangingPunct="1">
              <a:lnSpc>
                <a:spcPct val="100000"/>
              </a:lnSpc>
              <a:spcBef>
                <a:spcPts val="0"/>
              </a:spcBef>
              <a:spcAft>
                <a:spcPts val="0"/>
              </a:spcAft>
              <a:buClrTx/>
              <a:buSzTx/>
              <a:buFontTx/>
              <a:buNone/>
              <a:tabLst/>
              <a:defRPr/>
            </a:pPr>
            <a:fld id="{033DEE04-9601-4486-986A-6E9E5BE52420}" type="slidenum">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等线" panose="020B0503020204020204" pitchFamily="2" charset="-122"/>
                <a:cs typeface="+mn-cs"/>
              </a:rPr>
              <a:pPr marL="0" marR="0" lvl="0" indent="0" algn="r" defTabSz="930275" rtl="0" eaLnBrk="1" fontAlgn="auto" latinLnBrk="0" hangingPunct="1">
                <a:lnSpc>
                  <a:spcPct val="100000"/>
                </a:lnSpc>
                <a:spcBef>
                  <a:spcPts val="0"/>
                </a:spcBef>
                <a:spcAft>
                  <a:spcPts val="0"/>
                </a:spcAft>
                <a:buClrTx/>
                <a:buSzTx/>
                <a:buFontTx/>
                <a:buNone/>
                <a:tabLst/>
                <a:defRPr/>
              </a:pPr>
              <a:t>6</a:t>
            </a:fld>
            <a:endPar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等线" panose="020B0503020204020204" pitchFamily="2" charset="-122"/>
              <a:cs typeface="+mn-cs"/>
            </a:endParaRPr>
          </a:p>
        </p:txBody>
      </p:sp>
    </p:spTree>
    <p:extLst>
      <p:ext uri="{BB962C8B-B14F-4D97-AF65-F5344CB8AC3E}">
        <p14:creationId xmlns:p14="http://schemas.microsoft.com/office/powerpoint/2010/main" val="33157053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zh-CN"/>
          </a:p>
        </p:txBody>
      </p:sp>
      <p:sp>
        <p:nvSpPr>
          <p:cNvPr id="36868"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4400">
                <a:solidFill>
                  <a:schemeClr val="tx1"/>
                </a:solidFill>
                <a:latin typeface="Arial" panose="020B0604020202020204" pitchFamily="34" charset="0"/>
              </a:defRPr>
            </a:lvl1pPr>
            <a:lvl2pPr marL="742950" indent="-285750" defTabSz="930275" eaLnBrk="0" hangingPunct="0">
              <a:defRPr sz="4400">
                <a:solidFill>
                  <a:schemeClr val="tx1"/>
                </a:solidFill>
                <a:latin typeface="Arial" panose="020B0604020202020204" pitchFamily="34" charset="0"/>
              </a:defRPr>
            </a:lvl2pPr>
            <a:lvl3pPr marL="1143000" indent="-228600" defTabSz="930275" eaLnBrk="0" hangingPunct="0">
              <a:defRPr sz="4400">
                <a:solidFill>
                  <a:schemeClr val="tx1"/>
                </a:solidFill>
                <a:latin typeface="Arial" panose="020B0604020202020204" pitchFamily="34" charset="0"/>
              </a:defRPr>
            </a:lvl3pPr>
            <a:lvl4pPr marL="1600200" indent="-228600" defTabSz="930275" eaLnBrk="0" hangingPunct="0">
              <a:defRPr sz="4400">
                <a:solidFill>
                  <a:schemeClr val="tx1"/>
                </a:solidFill>
                <a:latin typeface="Arial" panose="020B0604020202020204" pitchFamily="34" charset="0"/>
              </a:defRPr>
            </a:lvl4pPr>
            <a:lvl5pPr marL="2057400" indent="-228600" defTabSz="930275" eaLnBrk="0" hangingPunct="0">
              <a:defRPr sz="4400">
                <a:solidFill>
                  <a:schemeClr val="tx1"/>
                </a:solidFill>
                <a:latin typeface="Arial" panose="020B0604020202020204" pitchFamily="34" charset="0"/>
              </a:defRPr>
            </a:lvl5pPr>
            <a:lvl6pPr marL="2514600" indent="-228600" defTabSz="930275" eaLnBrk="0" fontAlgn="base" hangingPunct="0">
              <a:spcBef>
                <a:spcPct val="0"/>
              </a:spcBef>
              <a:spcAft>
                <a:spcPct val="0"/>
              </a:spcAft>
              <a:defRPr sz="4400">
                <a:solidFill>
                  <a:schemeClr val="tx1"/>
                </a:solidFill>
                <a:latin typeface="Arial" panose="020B0604020202020204" pitchFamily="34" charset="0"/>
              </a:defRPr>
            </a:lvl6pPr>
            <a:lvl7pPr marL="2971800" indent="-228600" defTabSz="930275" eaLnBrk="0" fontAlgn="base" hangingPunct="0">
              <a:spcBef>
                <a:spcPct val="0"/>
              </a:spcBef>
              <a:spcAft>
                <a:spcPct val="0"/>
              </a:spcAft>
              <a:defRPr sz="4400">
                <a:solidFill>
                  <a:schemeClr val="tx1"/>
                </a:solidFill>
                <a:latin typeface="Arial" panose="020B0604020202020204" pitchFamily="34" charset="0"/>
              </a:defRPr>
            </a:lvl7pPr>
            <a:lvl8pPr marL="3429000" indent="-228600" defTabSz="930275" eaLnBrk="0" fontAlgn="base" hangingPunct="0">
              <a:spcBef>
                <a:spcPct val="0"/>
              </a:spcBef>
              <a:spcAft>
                <a:spcPct val="0"/>
              </a:spcAft>
              <a:defRPr sz="4400">
                <a:solidFill>
                  <a:schemeClr val="tx1"/>
                </a:solidFill>
                <a:latin typeface="Arial" panose="020B0604020202020204" pitchFamily="34" charset="0"/>
              </a:defRPr>
            </a:lvl8pPr>
            <a:lvl9pPr marL="3886200" indent="-228600" defTabSz="930275" eaLnBrk="0" fontAlgn="base" hangingPunct="0">
              <a:spcBef>
                <a:spcPct val="0"/>
              </a:spcBef>
              <a:spcAft>
                <a:spcPct val="0"/>
              </a:spcAft>
              <a:defRPr sz="4400">
                <a:solidFill>
                  <a:schemeClr val="tx1"/>
                </a:solidFill>
                <a:latin typeface="Arial" panose="020B0604020202020204" pitchFamily="34" charset="0"/>
              </a:defRPr>
            </a:lvl9pPr>
          </a:lstStyle>
          <a:p>
            <a:pPr marL="0" marR="0" lvl="0" indent="0" algn="r" defTabSz="930275" rtl="0" eaLnBrk="1" fontAlgn="auto" latinLnBrk="0" hangingPunct="1">
              <a:lnSpc>
                <a:spcPct val="100000"/>
              </a:lnSpc>
              <a:spcBef>
                <a:spcPts val="0"/>
              </a:spcBef>
              <a:spcAft>
                <a:spcPts val="0"/>
              </a:spcAft>
              <a:buClrTx/>
              <a:buSzTx/>
              <a:buFontTx/>
              <a:buNone/>
              <a:tabLst/>
              <a:defRPr/>
            </a:pPr>
            <a:fld id="{C3A168BD-A4C1-437B-851C-515EC0B6DF1C}" type="slidenum">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等线" panose="020B0503020204020204" pitchFamily="2" charset="-122"/>
                <a:cs typeface="+mn-cs"/>
              </a:rPr>
              <a:pPr marL="0" marR="0" lvl="0" indent="0" algn="r" defTabSz="930275" rtl="0" eaLnBrk="1" fontAlgn="auto" latinLnBrk="0" hangingPunct="1">
                <a:lnSpc>
                  <a:spcPct val="100000"/>
                </a:lnSpc>
                <a:spcBef>
                  <a:spcPts val="0"/>
                </a:spcBef>
                <a:spcAft>
                  <a:spcPts val="0"/>
                </a:spcAft>
                <a:buClrTx/>
                <a:buSzTx/>
                <a:buFontTx/>
                <a:buNone/>
                <a:tabLst/>
                <a:defRPr/>
              </a:pPr>
              <a:t>7</a:t>
            </a:fld>
            <a:endPar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等线" panose="020B0503020204020204" pitchFamily="2" charset="-122"/>
              <a:cs typeface="+mn-cs"/>
            </a:endParaRPr>
          </a:p>
        </p:txBody>
      </p:sp>
    </p:spTree>
    <p:extLst>
      <p:ext uri="{BB962C8B-B14F-4D97-AF65-F5344CB8AC3E}">
        <p14:creationId xmlns:p14="http://schemas.microsoft.com/office/powerpoint/2010/main" val="18817132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zh-CN"/>
          </a:p>
        </p:txBody>
      </p:sp>
      <p:sp>
        <p:nvSpPr>
          <p:cNvPr id="37892"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4400">
                <a:solidFill>
                  <a:schemeClr val="tx1"/>
                </a:solidFill>
                <a:latin typeface="Arial" panose="020B0604020202020204" pitchFamily="34" charset="0"/>
              </a:defRPr>
            </a:lvl1pPr>
            <a:lvl2pPr marL="742950" indent="-285750" defTabSz="930275" eaLnBrk="0" hangingPunct="0">
              <a:defRPr sz="4400">
                <a:solidFill>
                  <a:schemeClr val="tx1"/>
                </a:solidFill>
                <a:latin typeface="Arial" panose="020B0604020202020204" pitchFamily="34" charset="0"/>
              </a:defRPr>
            </a:lvl2pPr>
            <a:lvl3pPr marL="1143000" indent="-228600" defTabSz="930275" eaLnBrk="0" hangingPunct="0">
              <a:defRPr sz="4400">
                <a:solidFill>
                  <a:schemeClr val="tx1"/>
                </a:solidFill>
                <a:latin typeface="Arial" panose="020B0604020202020204" pitchFamily="34" charset="0"/>
              </a:defRPr>
            </a:lvl3pPr>
            <a:lvl4pPr marL="1600200" indent="-228600" defTabSz="930275" eaLnBrk="0" hangingPunct="0">
              <a:defRPr sz="4400">
                <a:solidFill>
                  <a:schemeClr val="tx1"/>
                </a:solidFill>
                <a:latin typeface="Arial" panose="020B0604020202020204" pitchFamily="34" charset="0"/>
              </a:defRPr>
            </a:lvl4pPr>
            <a:lvl5pPr marL="2057400" indent="-228600" defTabSz="930275" eaLnBrk="0" hangingPunct="0">
              <a:defRPr sz="4400">
                <a:solidFill>
                  <a:schemeClr val="tx1"/>
                </a:solidFill>
                <a:latin typeface="Arial" panose="020B0604020202020204" pitchFamily="34" charset="0"/>
              </a:defRPr>
            </a:lvl5pPr>
            <a:lvl6pPr marL="2514600" indent="-228600" defTabSz="930275" eaLnBrk="0" fontAlgn="base" hangingPunct="0">
              <a:spcBef>
                <a:spcPct val="0"/>
              </a:spcBef>
              <a:spcAft>
                <a:spcPct val="0"/>
              </a:spcAft>
              <a:defRPr sz="4400">
                <a:solidFill>
                  <a:schemeClr val="tx1"/>
                </a:solidFill>
                <a:latin typeface="Arial" panose="020B0604020202020204" pitchFamily="34" charset="0"/>
              </a:defRPr>
            </a:lvl6pPr>
            <a:lvl7pPr marL="2971800" indent="-228600" defTabSz="930275" eaLnBrk="0" fontAlgn="base" hangingPunct="0">
              <a:spcBef>
                <a:spcPct val="0"/>
              </a:spcBef>
              <a:spcAft>
                <a:spcPct val="0"/>
              </a:spcAft>
              <a:defRPr sz="4400">
                <a:solidFill>
                  <a:schemeClr val="tx1"/>
                </a:solidFill>
                <a:latin typeface="Arial" panose="020B0604020202020204" pitchFamily="34" charset="0"/>
              </a:defRPr>
            </a:lvl7pPr>
            <a:lvl8pPr marL="3429000" indent="-228600" defTabSz="930275" eaLnBrk="0" fontAlgn="base" hangingPunct="0">
              <a:spcBef>
                <a:spcPct val="0"/>
              </a:spcBef>
              <a:spcAft>
                <a:spcPct val="0"/>
              </a:spcAft>
              <a:defRPr sz="4400">
                <a:solidFill>
                  <a:schemeClr val="tx1"/>
                </a:solidFill>
                <a:latin typeface="Arial" panose="020B0604020202020204" pitchFamily="34" charset="0"/>
              </a:defRPr>
            </a:lvl8pPr>
            <a:lvl9pPr marL="3886200" indent="-228600" defTabSz="930275" eaLnBrk="0" fontAlgn="base" hangingPunct="0">
              <a:spcBef>
                <a:spcPct val="0"/>
              </a:spcBef>
              <a:spcAft>
                <a:spcPct val="0"/>
              </a:spcAft>
              <a:defRPr sz="4400">
                <a:solidFill>
                  <a:schemeClr val="tx1"/>
                </a:solidFill>
                <a:latin typeface="Arial" panose="020B0604020202020204" pitchFamily="34" charset="0"/>
              </a:defRPr>
            </a:lvl9pPr>
          </a:lstStyle>
          <a:p>
            <a:pPr marL="0" marR="0" lvl="0" indent="0" algn="r" defTabSz="930275" rtl="0" eaLnBrk="1" fontAlgn="auto" latinLnBrk="0" hangingPunct="1">
              <a:lnSpc>
                <a:spcPct val="100000"/>
              </a:lnSpc>
              <a:spcBef>
                <a:spcPts val="0"/>
              </a:spcBef>
              <a:spcAft>
                <a:spcPts val="0"/>
              </a:spcAft>
              <a:buClrTx/>
              <a:buSzTx/>
              <a:buFontTx/>
              <a:buNone/>
              <a:tabLst/>
              <a:defRPr/>
            </a:pPr>
            <a:fld id="{497DDBC1-F3B9-4D4D-8C0B-09475A69A055}" type="slidenum">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等线" panose="020B0503020204020204" pitchFamily="2" charset="-122"/>
                <a:cs typeface="+mn-cs"/>
              </a:rPr>
              <a:pPr marL="0" marR="0" lvl="0" indent="0" algn="r" defTabSz="930275" rtl="0" eaLnBrk="1" fontAlgn="auto" latinLnBrk="0" hangingPunct="1">
                <a:lnSpc>
                  <a:spcPct val="100000"/>
                </a:lnSpc>
                <a:spcBef>
                  <a:spcPts val="0"/>
                </a:spcBef>
                <a:spcAft>
                  <a:spcPts val="0"/>
                </a:spcAft>
                <a:buClrTx/>
                <a:buSzTx/>
                <a:buFontTx/>
                <a:buNone/>
                <a:tabLst/>
                <a:defRPr/>
              </a:pPr>
              <a:t>8</a:t>
            </a:fld>
            <a:endPar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等线" panose="020B0503020204020204" pitchFamily="2" charset="-122"/>
              <a:cs typeface="+mn-cs"/>
            </a:endParaRPr>
          </a:p>
        </p:txBody>
      </p:sp>
    </p:spTree>
    <p:extLst>
      <p:ext uri="{BB962C8B-B14F-4D97-AF65-F5344CB8AC3E}">
        <p14:creationId xmlns:p14="http://schemas.microsoft.com/office/powerpoint/2010/main" val="27220143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zh-CN"/>
          </a:p>
        </p:txBody>
      </p:sp>
      <p:sp>
        <p:nvSpPr>
          <p:cNvPr id="38916"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4400">
                <a:solidFill>
                  <a:schemeClr val="tx1"/>
                </a:solidFill>
                <a:latin typeface="Arial" panose="020B0604020202020204" pitchFamily="34" charset="0"/>
              </a:defRPr>
            </a:lvl1pPr>
            <a:lvl2pPr marL="742950" indent="-285750" defTabSz="930275" eaLnBrk="0" hangingPunct="0">
              <a:defRPr sz="4400">
                <a:solidFill>
                  <a:schemeClr val="tx1"/>
                </a:solidFill>
                <a:latin typeface="Arial" panose="020B0604020202020204" pitchFamily="34" charset="0"/>
              </a:defRPr>
            </a:lvl2pPr>
            <a:lvl3pPr marL="1143000" indent="-228600" defTabSz="930275" eaLnBrk="0" hangingPunct="0">
              <a:defRPr sz="4400">
                <a:solidFill>
                  <a:schemeClr val="tx1"/>
                </a:solidFill>
                <a:latin typeface="Arial" panose="020B0604020202020204" pitchFamily="34" charset="0"/>
              </a:defRPr>
            </a:lvl3pPr>
            <a:lvl4pPr marL="1600200" indent="-228600" defTabSz="930275" eaLnBrk="0" hangingPunct="0">
              <a:defRPr sz="4400">
                <a:solidFill>
                  <a:schemeClr val="tx1"/>
                </a:solidFill>
                <a:latin typeface="Arial" panose="020B0604020202020204" pitchFamily="34" charset="0"/>
              </a:defRPr>
            </a:lvl4pPr>
            <a:lvl5pPr marL="2057400" indent="-228600" defTabSz="930275" eaLnBrk="0" hangingPunct="0">
              <a:defRPr sz="4400">
                <a:solidFill>
                  <a:schemeClr val="tx1"/>
                </a:solidFill>
                <a:latin typeface="Arial" panose="020B0604020202020204" pitchFamily="34" charset="0"/>
              </a:defRPr>
            </a:lvl5pPr>
            <a:lvl6pPr marL="2514600" indent="-228600" defTabSz="930275" eaLnBrk="0" fontAlgn="base" hangingPunct="0">
              <a:spcBef>
                <a:spcPct val="0"/>
              </a:spcBef>
              <a:spcAft>
                <a:spcPct val="0"/>
              </a:spcAft>
              <a:defRPr sz="4400">
                <a:solidFill>
                  <a:schemeClr val="tx1"/>
                </a:solidFill>
                <a:latin typeface="Arial" panose="020B0604020202020204" pitchFamily="34" charset="0"/>
              </a:defRPr>
            </a:lvl6pPr>
            <a:lvl7pPr marL="2971800" indent="-228600" defTabSz="930275" eaLnBrk="0" fontAlgn="base" hangingPunct="0">
              <a:spcBef>
                <a:spcPct val="0"/>
              </a:spcBef>
              <a:spcAft>
                <a:spcPct val="0"/>
              </a:spcAft>
              <a:defRPr sz="4400">
                <a:solidFill>
                  <a:schemeClr val="tx1"/>
                </a:solidFill>
                <a:latin typeface="Arial" panose="020B0604020202020204" pitchFamily="34" charset="0"/>
              </a:defRPr>
            </a:lvl7pPr>
            <a:lvl8pPr marL="3429000" indent="-228600" defTabSz="930275" eaLnBrk="0" fontAlgn="base" hangingPunct="0">
              <a:spcBef>
                <a:spcPct val="0"/>
              </a:spcBef>
              <a:spcAft>
                <a:spcPct val="0"/>
              </a:spcAft>
              <a:defRPr sz="4400">
                <a:solidFill>
                  <a:schemeClr val="tx1"/>
                </a:solidFill>
                <a:latin typeface="Arial" panose="020B0604020202020204" pitchFamily="34" charset="0"/>
              </a:defRPr>
            </a:lvl8pPr>
            <a:lvl9pPr marL="3886200" indent="-228600" defTabSz="930275" eaLnBrk="0" fontAlgn="base" hangingPunct="0">
              <a:spcBef>
                <a:spcPct val="0"/>
              </a:spcBef>
              <a:spcAft>
                <a:spcPct val="0"/>
              </a:spcAft>
              <a:defRPr sz="4400">
                <a:solidFill>
                  <a:schemeClr val="tx1"/>
                </a:solidFill>
                <a:latin typeface="Arial" panose="020B0604020202020204" pitchFamily="34" charset="0"/>
              </a:defRPr>
            </a:lvl9pPr>
          </a:lstStyle>
          <a:p>
            <a:pPr marL="0" marR="0" lvl="0" indent="0" algn="r" defTabSz="930275" rtl="0" eaLnBrk="1" fontAlgn="auto" latinLnBrk="0" hangingPunct="1">
              <a:lnSpc>
                <a:spcPct val="100000"/>
              </a:lnSpc>
              <a:spcBef>
                <a:spcPts val="0"/>
              </a:spcBef>
              <a:spcAft>
                <a:spcPts val="0"/>
              </a:spcAft>
              <a:buClrTx/>
              <a:buSzTx/>
              <a:buFontTx/>
              <a:buNone/>
              <a:tabLst/>
              <a:defRPr/>
            </a:pPr>
            <a:fld id="{2AFD1051-EB01-429D-978B-C680BC27210F}" type="slidenum">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等线" panose="020B0503020204020204" pitchFamily="2" charset="-122"/>
                <a:cs typeface="+mn-cs"/>
              </a:rPr>
              <a:pPr marL="0" marR="0" lvl="0" indent="0" algn="r" defTabSz="930275" rtl="0" eaLnBrk="1" fontAlgn="auto" latinLnBrk="0" hangingPunct="1">
                <a:lnSpc>
                  <a:spcPct val="100000"/>
                </a:lnSpc>
                <a:spcBef>
                  <a:spcPts val="0"/>
                </a:spcBef>
                <a:spcAft>
                  <a:spcPts val="0"/>
                </a:spcAft>
                <a:buClrTx/>
                <a:buSzTx/>
                <a:buFontTx/>
                <a:buNone/>
                <a:tabLst/>
                <a:defRPr/>
              </a:pPr>
              <a:t>10</a:t>
            </a:fld>
            <a:endPar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等线" panose="020B0503020204020204" pitchFamily="2" charset="-122"/>
              <a:cs typeface="+mn-cs"/>
            </a:endParaRPr>
          </a:p>
        </p:txBody>
      </p:sp>
    </p:spTree>
    <p:extLst>
      <p:ext uri="{BB962C8B-B14F-4D97-AF65-F5344CB8AC3E}">
        <p14:creationId xmlns:p14="http://schemas.microsoft.com/office/powerpoint/2010/main" val="2557014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zh-CN"/>
          </a:p>
        </p:txBody>
      </p:sp>
      <p:sp>
        <p:nvSpPr>
          <p:cNvPr id="39940"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4400">
                <a:solidFill>
                  <a:schemeClr val="tx1"/>
                </a:solidFill>
                <a:latin typeface="Arial" panose="020B0604020202020204" pitchFamily="34" charset="0"/>
              </a:defRPr>
            </a:lvl1pPr>
            <a:lvl2pPr marL="742950" indent="-285750" defTabSz="930275" eaLnBrk="0" hangingPunct="0">
              <a:defRPr sz="4400">
                <a:solidFill>
                  <a:schemeClr val="tx1"/>
                </a:solidFill>
                <a:latin typeface="Arial" panose="020B0604020202020204" pitchFamily="34" charset="0"/>
              </a:defRPr>
            </a:lvl2pPr>
            <a:lvl3pPr marL="1143000" indent="-228600" defTabSz="930275" eaLnBrk="0" hangingPunct="0">
              <a:defRPr sz="4400">
                <a:solidFill>
                  <a:schemeClr val="tx1"/>
                </a:solidFill>
                <a:latin typeface="Arial" panose="020B0604020202020204" pitchFamily="34" charset="0"/>
              </a:defRPr>
            </a:lvl3pPr>
            <a:lvl4pPr marL="1600200" indent="-228600" defTabSz="930275" eaLnBrk="0" hangingPunct="0">
              <a:defRPr sz="4400">
                <a:solidFill>
                  <a:schemeClr val="tx1"/>
                </a:solidFill>
                <a:latin typeface="Arial" panose="020B0604020202020204" pitchFamily="34" charset="0"/>
              </a:defRPr>
            </a:lvl4pPr>
            <a:lvl5pPr marL="2057400" indent="-228600" defTabSz="930275" eaLnBrk="0" hangingPunct="0">
              <a:defRPr sz="4400">
                <a:solidFill>
                  <a:schemeClr val="tx1"/>
                </a:solidFill>
                <a:latin typeface="Arial" panose="020B0604020202020204" pitchFamily="34" charset="0"/>
              </a:defRPr>
            </a:lvl5pPr>
            <a:lvl6pPr marL="2514600" indent="-228600" defTabSz="930275" eaLnBrk="0" fontAlgn="base" hangingPunct="0">
              <a:spcBef>
                <a:spcPct val="0"/>
              </a:spcBef>
              <a:spcAft>
                <a:spcPct val="0"/>
              </a:spcAft>
              <a:defRPr sz="4400">
                <a:solidFill>
                  <a:schemeClr val="tx1"/>
                </a:solidFill>
                <a:latin typeface="Arial" panose="020B0604020202020204" pitchFamily="34" charset="0"/>
              </a:defRPr>
            </a:lvl6pPr>
            <a:lvl7pPr marL="2971800" indent="-228600" defTabSz="930275" eaLnBrk="0" fontAlgn="base" hangingPunct="0">
              <a:spcBef>
                <a:spcPct val="0"/>
              </a:spcBef>
              <a:spcAft>
                <a:spcPct val="0"/>
              </a:spcAft>
              <a:defRPr sz="4400">
                <a:solidFill>
                  <a:schemeClr val="tx1"/>
                </a:solidFill>
                <a:latin typeface="Arial" panose="020B0604020202020204" pitchFamily="34" charset="0"/>
              </a:defRPr>
            </a:lvl7pPr>
            <a:lvl8pPr marL="3429000" indent="-228600" defTabSz="930275" eaLnBrk="0" fontAlgn="base" hangingPunct="0">
              <a:spcBef>
                <a:spcPct val="0"/>
              </a:spcBef>
              <a:spcAft>
                <a:spcPct val="0"/>
              </a:spcAft>
              <a:defRPr sz="4400">
                <a:solidFill>
                  <a:schemeClr val="tx1"/>
                </a:solidFill>
                <a:latin typeface="Arial" panose="020B0604020202020204" pitchFamily="34" charset="0"/>
              </a:defRPr>
            </a:lvl8pPr>
            <a:lvl9pPr marL="3886200" indent="-228600" defTabSz="930275" eaLnBrk="0" fontAlgn="base" hangingPunct="0">
              <a:spcBef>
                <a:spcPct val="0"/>
              </a:spcBef>
              <a:spcAft>
                <a:spcPct val="0"/>
              </a:spcAft>
              <a:defRPr sz="4400">
                <a:solidFill>
                  <a:schemeClr val="tx1"/>
                </a:solidFill>
                <a:latin typeface="Arial" panose="020B0604020202020204" pitchFamily="34" charset="0"/>
              </a:defRPr>
            </a:lvl9pPr>
          </a:lstStyle>
          <a:p>
            <a:pPr marL="0" marR="0" lvl="0" indent="0" algn="r" defTabSz="930275" rtl="0" eaLnBrk="1" fontAlgn="auto" latinLnBrk="0" hangingPunct="1">
              <a:lnSpc>
                <a:spcPct val="100000"/>
              </a:lnSpc>
              <a:spcBef>
                <a:spcPts val="0"/>
              </a:spcBef>
              <a:spcAft>
                <a:spcPts val="0"/>
              </a:spcAft>
              <a:buClrTx/>
              <a:buSzTx/>
              <a:buFontTx/>
              <a:buNone/>
              <a:tabLst/>
              <a:defRPr/>
            </a:pPr>
            <a:fld id="{9D008489-0372-483B-990A-ECD8968D5439}" type="slidenum">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等线" panose="020B0503020204020204" pitchFamily="2" charset="-122"/>
                <a:cs typeface="+mn-cs"/>
              </a:rPr>
              <a:pPr marL="0" marR="0" lvl="0" indent="0" algn="r" defTabSz="930275" rtl="0" eaLnBrk="1" fontAlgn="auto" latinLnBrk="0" hangingPunct="1">
                <a:lnSpc>
                  <a:spcPct val="100000"/>
                </a:lnSpc>
                <a:spcBef>
                  <a:spcPts val="0"/>
                </a:spcBef>
                <a:spcAft>
                  <a:spcPts val="0"/>
                </a:spcAft>
                <a:buClrTx/>
                <a:buSzTx/>
                <a:buFontTx/>
                <a:buNone/>
                <a:tabLst/>
                <a:defRPr/>
              </a:pPr>
              <a:t>11</a:t>
            </a:fld>
            <a:endPar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等线" panose="020B0503020204020204" pitchFamily="2" charset="-122"/>
              <a:cs typeface="+mn-cs"/>
            </a:endParaRPr>
          </a:p>
        </p:txBody>
      </p:sp>
    </p:spTree>
    <p:extLst>
      <p:ext uri="{BB962C8B-B14F-4D97-AF65-F5344CB8AC3E}">
        <p14:creationId xmlns:p14="http://schemas.microsoft.com/office/powerpoint/2010/main" val="27941291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zh-CN"/>
          </a:p>
        </p:txBody>
      </p:sp>
      <p:sp>
        <p:nvSpPr>
          <p:cNvPr id="4096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4400">
                <a:solidFill>
                  <a:schemeClr val="tx1"/>
                </a:solidFill>
                <a:latin typeface="Arial" panose="020B0604020202020204" pitchFamily="34" charset="0"/>
              </a:defRPr>
            </a:lvl1pPr>
            <a:lvl2pPr marL="742950" indent="-285750" defTabSz="930275" eaLnBrk="0" hangingPunct="0">
              <a:defRPr sz="4400">
                <a:solidFill>
                  <a:schemeClr val="tx1"/>
                </a:solidFill>
                <a:latin typeface="Arial" panose="020B0604020202020204" pitchFamily="34" charset="0"/>
              </a:defRPr>
            </a:lvl2pPr>
            <a:lvl3pPr marL="1143000" indent="-228600" defTabSz="930275" eaLnBrk="0" hangingPunct="0">
              <a:defRPr sz="4400">
                <a:solidFill>
                  <a:schemeClr val="tx1"/>
                </a:solidFill>
                <a:latin typeface="Arial" panose="020B0604020202020204" pitchFamily="34" charset="0"/>
              </a:defRPr>
            </a:lvl3pPr>
            <a:lvl4pPr marL="1600200" indent="-228600" defTabSz="930275" eaLnBrk="0" hangingPunct="0">
              <a:defRPr sz="4400">
                <a:solidFill>
                  <a:schemeClr val="tx1"/>
                </a:solidFill>
                <a:latin typeface="Arial" panose="020B0604020202020204" pitchFamily="34" charset="0"/>
              </a:defRPr>
            </a:lvl4pPr>
            <a:lvl5pPr marL="2057400" indent="-228600" defTabSz="930275" eaLnBrk="0" hangingPunct="0">
              <a:defRPr sz="4400">
                <a:solidFill>
                  <a:schemeClr val="tx1"/>
                </a:solidFill>
                <a:latin typeface="Arial" panose="020B0604020202020204" pitchFamily="34" charset="0"/>
              </a:defRPr>
            </a:lvl5pPr>
            <a:lvl6pPr marL="2514600" indent="-228600" defTabSz="930275" eaLnBrk="0" fontAlgn="base" hangingPunct="0">
              <a:spcBef>
                <a:spcPct val="0"/>
              </a:spcBef>
              <a:spcAft>
                <a:spcPct val="0"/>
              </a:spcAft>
              <a:defRPr sz="4400">
                <a:solidFill>
                  <a:schemeClr val="tx1"/>
                </a:solidFill>
                <a:latin typeface="Arial" panose="020B0604020202020204" pitchFamily="34" charset="0"/>
              </a:defRPr>
            </a:lvl6pPr>
            <a:lvl7pPr marL="2971800" indent="-228600" defTabSz="930275" eaLnBrk="0" fontAlgn="base" hangingPunct="0">
              <a:spcBef>
                <a:spcPct val="0"/>
              </a:spcBef>
              <a:spcAft>
                <a:spcPct val="0"/>
              </a:spcAft>
              <a:defRPr sz="4400">
                <a:solidFill>
                  <a:schemeClr val="tx1"/>
                </a:solidFill>
                <a:latin typeface="Arial" panose="020B0604020202020204" pitchFamily="34" charset="0"/>
              </a:defRPr>
            </a:lvl7pPr>
            <a:lvl8pPr marL="3429000" indent="-228600" defTabSz="930275" eaLnBrk="0" fontAlgn="base" hangingPunct="0">
              <a:spcBef>
                <a:spcPct val="0"/>
              </a:spcBef>
              <a:spcAft>
                <a:spcPct val="0"/>
              </a:spcAft>
              <a:defRPr sz="4400">
                <a:solidFill>
                  <a:schemeClr val="tx1"/>
                </a:solidFill>
                <a:latin typeface="Arial" panose="020B0604020202020204" pitchFamily="34" charset="0"/>
              </a:defRPr>
            </a:lvl8pPr>
            <a:lvl9pPr marL="3886200" indent="-228600" defTabSz="930275" eaLnBrk="0" fontAlgn="base" hangingPunct="0">
              <a:spcBef>
                <a:spcPct val="0"/>
              </a:spcBef>
              <a:spcAft>
                <a:spcPct val="0"/>
              </a:spcAft>
              <a:defRPr sz="4400">
                <a:solidFill>
                  <a:schemeClr val="tx1"/>
                </a:solidFill>
                <a:latin typeface="Arial" panose="020B0604020202020204" pitchFamily="34" charset="0"/>
              </a:defRPr>
            </a:lvl9pPr>
          </a:lstStyle>
          <a:p>
            <a:pPr marL="0" marR="0" lvl="0" indent="0" algn="r" defTabSz="930275" rtl="0" eaLnBrk="1" fontAlgn="auto" latinLnBrk="0" hangingPunct="1">
              <a:lnSpc>
                <a:spcPct val="100000"/>
              </a:lnSpc>
              <a:spcBef>
                <a:spcPts val="0"/>
              </a:spcBef>
              <a:spcAft>
                <a:spcPts val="0"/>
              </a:spcAft>
              <a:buClrTx/>
              <a:buSzTx/>
              <a:buFontTx/>
              <a:buNone/>
              <a:tabLst/>
              <a:defRPr/>
            </a:pPr>
            <a:fld id="{63303541-0F50-4BE9-ADF4-EEDAE2B41EFD}" type="slidenum">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等线" panose="020B0503020204020204" pitchFamily="2" charset="-122"/>
                <a:cs typeface="+mn-cs"/>
              </a:rPr>
              <a:pPr marL="0" marR="0" lvl="0" indent="0" algn="r" defTabSz="930275" rtl="0" eaLnBrk="1" fontAlgn="auto" latinLnBrk="0" hangingPunct="1">
                <a:lnSpc>
                  <a:spcPct val="100000"/>
                </a:lnSpc>
                <a:spcBef>
                  <a:spcPts val="0"/>
                </a:spcBef>
                <a:spcAft>
                  <a:spcPts val="0"/>
                </a:spcAft>
                <a:buClrTx/>
                <a:buSzTx/>
                <a:buFontTx/>
                <a:buNone/>
                <a:tabLst/>
                <a:defRPr/>
              </a:pPr>
              <a:t>12</a:t>
            </a:fld>
            <a:endPar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等线" panose="020B0503020204020204" pitchFamily="2" charset="-122"/>
              <a:cs typeface="+mn-cs"/>
            </a:endParaRPr>
          </a:p>
        </p:txBody>
      </p:sp>
    </p:spTree>
    <p:extLst>
      <p:ext uri="{BB962C8B-B14F-4D97-AF65-F5344CB8AC3E}">
        <p14:creationId xmlns:p14="http://schemas.microsoft.com/office/powerpoint/2010/main" val="13366055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IN"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D8581B5-CE63-4C0B-AF1D-F1A23F619540}" type="datetimeFigureOut">
              <a:rPr lang="en-IN" smtClean="0"/>
              <a:t>22-04-2025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157711649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2155"/>
          </a:xfrm>
        </p:spPr>
        <p:txBody>
          <a:bodyPr/>
          <a:lstStyle>
            <a:lvl1pPr>
              <a:defRPr>
                <a:solidFill>
                  <a:schemeClr val="accent4">
                    <a:lumMod val="75000"/>
                  </a:schemeClr>
                </a:solidFill>
              </a:defRPr>
            </a:lvl1pPr>
          </a:lstStyle>
          <a:p>
            <a:r>
              <a:rPr lang="en-US" dirty="0"/>
              <a:t>Click to edit Master title style</a:t>
            </a:r>
            <a:endParaRPr lang="en-IN" dirty="0"/>
          </a:p>
        </p:txBody>
      </p:sp>
      <p:sp>
        <p:nvSpPr>
          <p:cNvPr id="3" name="Content Placeholder 2"/>
          <p:cNvSpPr>
            <a:spLocks noGrp="1"/>
          </p:cNvSpPr>
          <p:nvPr>
            <p:ph idx="1"/>
          </p:nvPr>
        </p:nvSpPr>
        <p:spPr>
          <a:xfrm>
            <a:off x="838200" y="1471749"/>
            <a:ext cx="10515600" cy="4705214"/>
          </a:xfrm>
        </p:spPr>
        <p:txBody>
          <a:bodyPr/>
          <a:lstStyle>
            <a:lvl1pPr>
              <a:defRPr b="1">
                <a:solidFill>
                  <a:srgbClr val="0070C0"/>
                </a:solidFill>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10"/>
          </p:nvPr>
        </p:nvSpPr>
        <p:spPr/>
        <p:txBody>
          <a:bodyPr/>
          <a:lstStyle/>
          <a:p>
            <a:fld id="{4D8581B5-CE63-4C0B-AF1D-F1A23F619540}" type="datetimeFigureOut">
              <a:rPr lang="en-IN" smtClean="0"/>
              <a:t>22-04-2025</a:t>
            </a:fld>
            <a:endParaRPr lang="en-IN"/>
          </a:p>
        </p:txBody>
      </p:sp>
      <p:sp>
        <p:nvSpPr>
          <p:cNvPr id="5" name="Footer Placeholder 4"/>
          <p:cNvSpPr>
            <a:spLocks noGrp="1"/>
          </p:cNvSpPr>
          <p:nvPr>
            <p:ph type="ftr" sz="quarter" idx="11"/>
          </p:nvPr>
        </p:nvSpPr>
        <p:spPr/>
        <p:txBody>
          <a:bodyPr/>
          <a:lstStyle>
            <a:lvl1pPr>
              <a:defRPr b="1">
                <a:solidFill>
                  <a:schemeClr val="bg2">
                    <a:lumMod val="10000"/>
                  </a:schemeClr>
                </a:solidFill>
              </a:defRPr>
            </a:lvl1pPr>
          </a:lstStyle>
          <a:p>
            <a:r>
              <a:rPr lang="en-IN" dirty="0"/>
              <a:t>Jiaul Paik, IIT </a:t>
            </a:r>
            <a:r>
              <a:rPr lang="en-IN" dirty="0" err="1"/>
              <a:t>Kharagpur</a:t>
            </a:r>
            <a:endParaRPr lang="en-IN" dirty="0"/>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257176842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D8581B5-CE63-4C0B-AF1D-F1A23F619540}" type="datetimeFigureOut">
              <a:rPr lang="en-IN" smtClean="0"/>
              <a:t>22-04-2025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2030869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D8581B5-CE63-4C0B-AF1D-F1A23F619540}" type="datetimeFigureOut">
              <a:rPr lang="en-IN" smtClean="0"/>
              <a:t>22-04-2025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952376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D8581B5-CE63-4C0B-AF1D-F1A23F619540}" type="datetimeFigureOut">
              <a:rPr lang="en-IN" smtClean="0"/>
              <a:t>22-04-2025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533970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D8581B5-CE63-4C0B-AF1D-F1A23F619540}" type="datetimeFigureOut">
              <a:rPr lang="en-IN" smtClean="0"/>
              <a:t>22-04-2025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659233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8581B5-CE63-4C0B-AF1D-F1A23F619540}" type="datetimeFigureOut">
              <a:rPr lang="en-IN" smtClean="0"/>
              <a:t>22-04-2025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710526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D8581B5-CE63-4C0B-AF1D-F1A23F619540}" type="datetimeFigureOut">
              <a:rPr lang="en-IN" smtClean="0"/>
              <a:t>22-04-2025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40208202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D8581B5-CE63-4C0B-AF1D-F1A23F619540}" type="datetimeFigureOut">
              <a:rPr lang="en-IN" smtClean="0"/>
              <a:t>22-04-2025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1512170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D8581B5-CE63-4C0B-AF1D-F1A23F619540}" type="datetimeFigureOut">
              <a:rPr lang="en-IN" smtClean="0"/>
              <a:t>22-04-2025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778880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D8581B5-CE63-4C0B-AF1D-F1A23F619540}" type="datetimeFigureOut">
              <a:rPr lang="en-IN" smtClean="0"/>
              <a:t>22-04-2025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2956180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3 columns">
  <p:cSld name="Title + 3 columns">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1553967" y="665975"/>
            <a:ext cx="9144000" cy="459900"/>
          </a:xfrm>
          <a:prstGeom prst="rect">
            <a:avLst/>
          </a:prstGeom>
        </p:spPr>
        <p:txBody>
          <a:bodyPr spcFirstLastPara="1" wrap="square" lIns="91425" tIns="91425" rIns="91425" bIns="91425" anchor="b" anchorCtr="0"/>
          <a:lstStyle>
            <a:lvl1pPr lvl="0" rtl="0">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a:endParaRPr/>
          </a:p>
        </p:txBody>
      </p:sp>
      <p:sp>
        <p:nvSpPr>
          <p:cNvPr id="42" name="Google Shape;42;p7"/>
          <p:cNvSpPr txBox="1">
            <a:spLocks noGrp="1"/>
          </p:cNvSpPr>
          <p:nvPr>
            <p:ph type="body" idx="1"/>
          </p:nvPr>
        </p:nvSpPr>
        <p:spPr>
          <a:xfrm>
            <a:off x="1553967" y="1673975"/>
            <a:ext cx="3204800" cy="4893900"/>
          </a:xfrm>
          <a:prstGeom prst="rect">
            <a:avLst/>
          </a:prstGeom>
        </p:spPr>
        <p:txBody>
          <a:bodyPr spcFirstLastPara="1" wrap="square" lIns="91425" tIns="91425" rIns="91425" bIns="91425" anchor="t" anchorCtr="0"/>
          <a:lstStyle>
            <a:lvl1pPr marL="457200" lvl="0" indent="-355600" rtl="0">
              <a:spcBef>
                <a:spcPts val="600"/>
              </a:spcBef>
              <a:spcAft>
                <a:spcPts val="0"/>
              </a:spcAft>
              <a:buSzPts val="2000"/>
              <a:buChar char="◦"/>
              <a:defRPr sz="2000"/>
            </a:lvl1pPr>
            <a:lvl2pPr marL="914400" lvl="1" indent="-355600" rtl="0">
              <a:spcBef>
                <a:spcPts val="0"/>
              </a:spcBef>
              <a:spcAft>
                <a:spcPts val="0"/>
              </a:spcAft>
              <a:buSzPts val="2000"/>
              <a:buChar char="▫"/>
              <a:defRPr sz="2000"/>
            </a:lvl2pPr>
            <a:lvl3pPr marL="1371600" lvl="2" indent="-355600" rtl="0">
              <a:spcBef>
                <a:spcPts val="0"/>
              </a:spcBef>
              <a:spcAft>
                <a:spcPts val="0"/>
              </a:spcAft>
              <a:buSzPts val="2000"/>
              <a:buChar char="■"/>
              <a:defRPr sz="2000"/>
            </a:lvl3pPr>
            <a:lvl4pPr marL="1828800" lvl="3" indent="-355600" rtl="0">
              <a:spcBef>
                <a:spcPts val="0"/>
              </a:spcBef>
              <a:spcAft>
                <a:spcPts val="0"/>
              </a:spcAft>
              <a:buSzPts val="2000"/>
              <a:buChar char="●"/>
              <a:defRPr sz="2000"/>
            </a:lvl4pPr>
            <a:lvl5pPr marL="2286000" lvl="4" indent="-355600" rtl="0">
              <a:spcBef>
                <a:spcPts val="0"/>
              </a:spcBef>
              <a:spcAft>
                <a:spcPts val="0"/>
              </a:spcAft>
              <a:buSzPts val="2000"/>
              <a:buChar char="○"/>
              <a:defRPr sz="2000"/>
            </a:lvl5pPr>
            <a:lvl6pPr marL="2743200" lvl="5" indent="-355600" rtl="0">
              <a:spcBef>
                <a:spcPts val="0"/>
              </a:spcBef>
              <a:spcAft>
                <a:spcPts val="0"/>
              </a:spcAft>
              <a:buSzPts val="2000"/>
              <a:buChar char="■"/>
              <a:defRPr sz="2000"/>
            </a:lvl6pPr>
            <a:lvl7pPr marL="3200400" lvl="6" indent="-355600" rtl="0">
              <a:spcBef>
                <a:spcPts val="0"/>
              </a:spcBef>
              <a:spcAft>
                <a:spcPts val="0"/>
              </a:spcAft>
              <a:buSzPts val="2000"/>
              <a:buChar char="●"/>
              <a:defRPr sz="2000"/>
            </a:lvl7pPr>
            <a:lvl8pPr marL="3657600" lvl="7" indent="-355600" rtl="0">
              <a:spcBef>
                <a:spcPts val="0"/>
              </a:spcBef>
              <a:spcAft>
                <a:spcPts val="0"/>
              </a:spcAft>
              <a:buSzPts val="2000"/>
              <a:buChar char="○"/>
              <a:defRPr sz="2000"/>
            </a:lvl8pPr>
            <a:lvl9pPr marL="4114800" lvl="8" indent="-355600" rtl="0">
              <a:spcBef>
                <a:spcPts val="0"/>
              </a:spcBef>
              <a:spcAft>
                <a:spcPts val="0"/>
              </a:spcAft>
              <a:buSzPts val="2000"/>
              <a:buChar char="■"/>
              <a:defRPr sz="2000"/>
            </a:lvl9pPr>
          </a:lstStyle>
          <a:p>
            <a:endParaRPr/>
          </a:p>
        </p:txBody>
      </p:sp>
      <p:sp>
        <p:nvSpPr>
          <p:cNvPr id="43" name="Google Shape;43;p7"/>
          <p:cNvSpPr txBox="1">
            <a:spLocks noGrp="1"/>
          </p:cNvSpPr>
          <p:nvPr>
            <p:ph type="body" idx="2"/>
          </p:nvPr>
        </p:nvSpPr>
        <p:spPr>
          <a:xfrm>
            <a:off x="4922999" y="1673975"/>
            <a:ext cx="3204800" cy="4893900"/>
          </a:xfrm>
          <a:prstGeom prst="rect">
            <a:avLst/>
          </a:prstGeom>
        </p:spPr>
        <p:txBody>
          <a:bodyPr spcFirstLastPara="1" wrap="square" lIns="91425" tIns="91425" rIns="91425" bIns="91425" anchor="t" anchorCtr="0"/>
          <a:lstStyle>
            <a:lvl1pPr marL="457200" lvl="0" indent="-355600" rtl="0">
              <a:spcBef>
                <a:spcPts val="600"/>
              </a:spcBef>
              <a:spcAft>
                <a:spcPts val="0"/>
              </a:spcAft>
              <a:buSzPts val="2000"/>
              <a:buChar char="◦"/>
              <a:defRPr sz="2000"/>
            </a:lvl1pPr>
            <a:lvl2pPr marL="914400" lvl="1" indent="-355600" rtl="0">
              <a:spcBef>
                <a:spcPts val="0"/>
              </a:spcBef>
              <a:spcAft>
                <a:spcPts val="0"/>
              </a:spcAft>
              <a:buSzPts val="2000"/>
              <a:buChar char="▫"/>
              <a:defRPr sz="2000"/>
            </a:lvl2pPr>
            <a:lvl3pPr marL="1371600" lvl="2" indent="-355600" rtl="0">
              <a:spcBef>
                <a:spcPts val="0"/>
              </a:spcBef>
              <a:spcAft>
                <a:spcPts val="0"/>
              </a:spcAft>
              <a:buSzPts val="2000"/>
              <a:buChar char="■"/>
              <a:defRPr sz="2000"/>
            </a:lvl3pPr>
            <a:lvl4pPr marL="1828800" lvl="3" indent="-355600" rtl="0">
              <a:spcBef>
                <a:spcPts val="0"/>
              </a:spcBef>
              <a:spcAft>
                <a:spcPts val="0"/>
              </a:spcAft>
              <a:buSzPts val="2000"/>
              <a:buChar char="●"/>
              <a:defRPr sz="2000"/>
            </a:lvl4pPr>
            <a:lvl5pPr marL="2286000" lvl="4" indent="-355600" rtl="0">
              <a:spcBef>
                <a:spcPts val="0"/>
              </a:spcBef>
              <a:spcAft>
                <a:spcPts val="0"/>
              </a:spcAft>
              <a:buSzPts val="2000"/>
              <a:buChar char="○"/>
              <a:defRPr sz="2000"/>
            </a:lvl5pPr>
            <a:lvl6pPr marL="2743200" lvl="5" indent="-355600" rtl="0">
              <a:spcBef>
                <a:spcPts val="0"/>
              </a:spcBef>
              <a:spcAft>
                <a:spcPts val="0"/>
              </a:spcAft>
              <a:buSzPts val="2000"/>
              <a:buChar char="■"/>
              <a:defRPr sz="2000"/>
            </a:lvl6pPr>
            <a:lvl7pPr marL="3200400" lvl="6" indent="-355600" rtl="0">
              <a:spcBef>
                <a:spcPts val="0"/>
              </a:spcBef>
              <a:spcAft>
                <a:spcPts val="0"/>
              </a:spcAft>
              <a:buSzPts val="2000"/>
              <a:buChar char="●"/>
              <a:defRPr sz="2000"/>
            </a:lvl7pPr>
            <a:lvl8pPr marL="3657600" lvl="7" indent="-355600" rtl="0">
              <a:spcBef>
                <a:spcPts val="0"/>
              </a:spcBef>
              <a:spcAft>
                <a:spcPts val="0"/>
              </a:spcAft>
              <a:buSzPts val="2000"/>
              <a:buChar char="○"/>
              <a:defRPr sz="2000"/>
            </a:lvl8pPr>
            <a:lvl9pPr marL="4114800" lvl="8" indent="-355600" rtl="0">
              <a:spcBef>
                <a:spcPts val="0"/>
              </a:spcBef>
              <a:spcAft>
                <a:spcPts val="0"/>
              </a:spcAft>
              <a:buSzPts val="2000"/>
              <a:buChar char="■"/>
              <a:defRPr sz="2000"/>
            </a:lvl9pPr>
          </a:lstStyle>
          <a:p>
            <a:endParaRPr/>
          </a:p>
        </p:txBody>
      </p:sp>
      <p:sp>
        <p:nvSpPr>
          <p:cNvPr id="44" name="Google Shape;44;p7"/>
          <p:cNvSpPr txBox="1">
            <a:spLocks noGrp="1"/>
          </p:cNvSpPr>
          <p:nvPr>
            <p:ph type="body" idx="3"/>
          </p:nvPr>
        </p:nvSpPr>
        <p:spPr>
          <a:xfrm>
            <a:off x="8292031" y="1673975"/>
            <a:ext cx="3204800" cy="4893900"/>
          </a:xfrm>
          <a:prstGeom prst="rect">
            <a:avLst/>
          </a:prstGeom>
        </p:spPr>
        <p:txBody>
          <a:bodyPr spcFirstLastPara="1" wrap="square" lIns="91425" tIns="91425" rIns="91425" bIns="91425" anchor="t" anchorCtr="0"/>
          <a:lstStyle>
            <a:lvl1pPr marL="457200" lvl="0" indent="-355600" rtl="0">
              <a:spcBef>
                <a:spcPts val="600"/>
              </a:spcBef>
              <a:spcAft>
                <a:spcPts val="0"/>
              </a:spcAft>
              <a:buSzPts val="2000"/>
              <a:buChar char="◦"/>
              <a:defRPr sz="2000"/>
            </a:lvl1pPr>
            <a:lvl2pPr marL="914400" lvl="1" indent="-355600" rtl="0">
              <a:spcBef>
                <a:spcPts val="0"/>
              </a:spcBef>
              <a:spcAft>
                <a:spcPts val="0"/>
              </a:spcAft>
              <a:buSzPts val="2000"/>
              <a:buChar char="▫"/>
              <a:defRPr sz="2000"/>
            </a:lvl2pPr>
            <a:lvl3pPr marL="1371600" lvl="2" indent="-355600" rtl="0">
              <a:spcBef>
                <a:spcPts val="0"/>
              </a:spcBef>
              <a:spcAft>
                <a:spcPts val="0"/>
              </a:spcAft>
              <a:buSzPts val="2000"/>
              <a:buChar char="■"/>
              <a:defRPr sz="2000"/>
            </a:lvl3pPr>
            <a:lvl4pPr marL="1828800" lvl="3" indent="-355600" rtl="0">
              <a:spcBef>
                <a:spcPts val="0"/>
              </a:spcBef>
              <a:spcAft>
                <a:spcPts val="0"/>
              </a:spcAft>
              <a:buSzPts val="2000"/>
              <a:buChar char="●"/>
              <a:defRPr sz="2000"/>
            </a:lvl4pPr>
            <a:lvl5pPr marL="2286000" lvl="4" indent="-355600" rtl="0">
              <a:spcBef>
                <a:spcPts val="0"/>
              </a:spcBef>
              <a:spcAft>
                <a:spcPts val="0"/>
              </a:spcAft>
              <a:buSzPts val="2000"/>
              <a:buChar char="○"/>
              <a:defRPr sz="2000"/>
            </a:lvl5pPr>
            <a:lvl6pPr marL="2743200" lvl="5" indent="-355600" rtl="0">
              <a:spcBef>
                <a:spcPts val="0"/>
              </a:spcBef>
              <a:spcAft>
                <a:spcPts val="0"/>
              </a:spcAft>
              <a:buSzPts val="2000"/>
              <a:buChar char="■"/>
              <a:defRPr sz="2000"/>
            </a:lvl6pPr>
            <a:lvl7pPr marL="3200400" lvl="6" indent="-355600" rtl="0">
              <a:spcBef>
                <a:spcPts val="0"/>
              </a:spcBef>
              <a:spcAft>
                <a:spcPts val="0"/>
              </a:spcAft>
              <a:buSzPts val="2000"/>
              <a:buChar char="●"/>
              <a:defRPr sz="2000"/>
            </a:lvl7pPr>
            <a:lvl8pPr marL="3657600" lvl="7" indent="-355600" rtl="0">
              <a:spcBef>
                <a:spcPts val="0"/>
              </a:spcBef>
              <a:spcAft>
                <a:spcPts val="0"/>
              </a:spcAft>
              <a:buSzPts val="2000"/>
              <a:buChar char="○"/>
              <a:defRPr sz="2000"/>
            </a:lvl8pPr>
            <a:lvl9pPr marL="4114800" lvl="8" indent="-355600" rtl="0">
              <a:spcBef>
                <a:spcPts val="0"/>
              </a:spcBef>
              <a:spcAft>
                <a:spcPts val="0"/>
              </a:spcAft>
              <a:buSzPts val="2000"/>
              <a:buChar char="■"/>
              <a:defRPr sz="2000"/>
            </a:lvl9pPr>
          </a:lstStyle>
          <a:p>
            <a:endParaRPr/>
          </a:p>
        </p:txBody>
      </p:sp>
      <p:cxnSp>
        <p:nvCxnSpPr>
          <p:cNvPr id="45" name="Google Shape;45;p7"/>
          <p:cNvCxnSpPr/>
          <p:nvPr/>
        </p:nvCxnSpPr>
        <p:spPr>
          <a:xfrm>
            <a:off x="1205100" y="-7925"/>
            <a:ext cx="0" cy="6866100"/>
          </a:xfrm>
          <a:prstGeom prst="straightConnector1">
            <a:avLst/>
          </a:prstGeom>
          <a:noFill/>
          <a:ln w="9525" cap="flat" cmpd="sng">
            <a:solidFill>
              <a:srgbClr val="999FA9"/>
            </a:solidFill>
            <a:prstDash val="solid"/>
            <a:round/>
            <a:headEnd type="none" w="med" len="med"/>
            <a:tailEnd type="none" w="med" len="med"/>
          </a:ln>
        </p:spPr>
      </p:cxnSp>
      <p:sp>
        <p:nvSpPr>
          <p:cNvPr id="46" name="Google Shape;46;p7"/>
          <p:cNvSpPr/>
          <p:nvPr/>
        </p:nvSpPr>
        <p:spPr>
          <a:xfrm>
            <a:off x="1078300" y="800750"/>
            <a:ext cx="253600" cy="190200"/>
          </a:xfrm>
          <a:prstGeom prst="ellipse">
            <a:avLst/>
          </a:prstGeom>
          <a:solidFill>
            <a:srgbClr val="39C0BA"/>
          </a:solidFill>
          <a:ln w="28575" cap="flat" cmpd="sng">
            <a:solidFill>
              <a:srgbClr val="2E3037"/>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7" name="Google Shape;47;p7"/>
          <p:cNvSpPr/>
          <p:nvPr/>
        </p:nvSpPr>
        <p:spPr>
          <a:xfrm>
            <a:off x="1025400" y="1861900"/>
            <a:ext cx="359200" cy="269400"/>
          </a:xfrm>
          <a:prstGeom prst="ellipse">
            <a:avLst/>
          </a:prstGeom>
          <a:solidFill>
            <a:srgbClr val="2E3037"/>
          </a:solidFill>
          <a:ln w="9525" cap="flat" cmpd="sng">
            <a:solidFill>
              <a:srgbClr val="999FA9"/>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8" name="Google Shape;48;p7"/>
          <p:cNvSpPr txBox="1">
            <a:spLocks noGrp="1"/>
          </p:cNvSpPr>
          <p:nvPr>
            <p:ph type="sldNum" idx="12"/>
          </p:nvPr>
        </p:nvSpPr>
        <p:spPr>
          <a:xfrm>
            <a:off x="11364209" y="6437775"/>
            <a:ext cx="731600" cy="4203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684015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key color">
  <p:cSld name="Blank key color">
    <p:spTree>
      <p:nvGrpSpPr>
        <p:cNvPr id="1" name="Shape 63"/>
        <p:cNvGrpSpPr/>
        <p:nvPr/>
      </p:nvGrpSpPr>
      <p:grpSpPr>
        <a:xfrm>
          <a:off x="0" y="0"/>
          <a:ext cx="0" cy="0"/>
          <a:chOff x="0" y="0"/>
          <a:chExt cx="0" cy="0"/>
        </a:xfrm>
      </p:grpSpPr>
      <p:cxnSp>
        <p:nvCxnSpPr>
          <p:cNvPr id="64" name="Google Shape;64;p11"/>
          <p:cNvCxnSpPr/>
          <p:nvPr/>
        </p:nvCxnSpPr>
        <p:spPr>
          <a:xfrm>
            <a:off x="1205100" y="-7925"/>
            <a:ext cx="0" cy="6866100"/>
          </a:xfrm>
          <a:prstGeom prst="straightConnector1">
            <a:avLst/>
          </a:prstGeom>
          <a:noFill/>
          <a:ln w="9525" cap="flat" cmpd="sng">
            <a:solidFill>
              <a:srgbClr val="2E3037"/>
            </a:solidFill>
            <a:prstDash val="solid"/>
            <a:round/>
            <a:headEnd type="none" w="med" len="med"/>
            <a:tailEnd type="none" w="med" len="med"/>
          </a:ln>
        </p:spPr>
      </p:cxnSp>
      <p:sp>
        <p:nvSpPr>
          <p:cNvPr id="65" name="Google Shape;65;p11"/>
          <p:cNvSpPr/>
          <p:nvPr/>
        </p:nvSpPr>
        <p:spPr>
          <a:xfrm>
            <a:off x="1078200" y="3333900"/>
            <a:ext cx="253600" cy="190200"/>
          </a:xfrm>
          <a:prstGeom prst="ellipse">
            <a:avLst/>
          </a:prstGeom>
          <a:solidFill>
            <a:srgbClr val="39C0BA"/>
          </a:solidFill>
          <a:ln w="9525" cap="flat" cmpd="sng">
            <a:solidFill>
              <a:srgbClr val="2E3037"/>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6" name="Google Shape;66;p11"/>
          <p:cNvSpPr txBox="1">
            <a:spLocks noGrp="1"/>
          </p:cNvSpPr>
          <p:nvPr>
            <p:ph type="sldNum" idx="12"/>
          </p:nvPr>
        </p:nvSpPr>
        <p:spPr>
          <a:xfrm>
            <a:off x="11364209" y="6437775"/>
            <a:ext cx="731600" cy="420300"/>
          </a:xfrm>
          <a:prstGeom prst="rect">
            <a:avLst/>
          </a:prstGeom>
        </p:spPr>
        <p:txBody>
          <a:bodyPr spcFirstLastPara="1" wrap="square" lIns="91425" tIns="91425" rIns="91425" bIns="91425" anchor="t" anchorCtr="0">
            <a:noAutofit/>
          </a:bodyPr>
          <a:lstStyle>
            <a:lvl1pPr lvl="0">
              <a:buNone/>
              <a:defRPr>
                <a:solidFill>
                  <a:srgbClr val="2E3037"/>
                </a:solidFill>
              </a:defRPr>
            </a:lvl1pPr>
            <a:lvl2pPr lvl="1">
              <a:buNone/>
              <a:defRPr>
                <a:solidFill>
                  <a:srgbClr val="2E3037"/>
                </a:solidFill>
              </a:defRPr>
            </a:lvl2pPr>
            <a:lvl3pPr lvl="2">
              <a:buNone/>
              <a:defRPr>
                <a:solidFill>
                  <a:srgbClr val="2E3037"/>
                </a:solidFill>
              </a:defRPr>
            </a:lvl3pPr>
            <a:lvl4pPr lvl="3">
              <a:buNone/>
              <a:defRPr>
                <a:solidFill>
                  <a:srgbClr val="2E3037"/>
                </a:solidFill>
              </a:defRPr>
            </a:lvl4pPr>
            <a:lvl5pPr lvl="4">
              <a:buNone/>
              <a:defRPr>
                <a:solidFill>
                  <a:srgbClr val="2E3037"/>
                </a:solidFill>
              </a:defRPr>
            </a:lvl5pPr>
            <a:lvl6pPr lvl="5">
              <a:buNone/>
              <a:defRPr>
                <a:solidFill>
                  <a:srgbClr val="2E3037"/>
                </a:solidFill>
              </a:defRPr>
            </a:lvl6pPr>
            <a:lvl7pPr lvl="6">
              <a:buNone/>
              <a:defRPr>
                <a:solidFill>
                  <a:srgbClr val="2E3037"/>
                </a:solidFill>
              </a:defRPr>
            </a:lvl7pPr>
            <a:lvl8pPr lvl="7">
              <a:buNone/>
              <a:defRPr>
                <a:solidFill>
                  <a:srgbClr val="2E3037"/>
                </a:solidFill>
              </a:defRPr>
            </a:lvl8pPr>
            <a:lvl9pPr lvl="8">
              <a:buNone/>
              <a:defRPr>
                <a:solidFill>
                  <a:srgbClr val="2E3037"/>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2661467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2667" y="220786"/>
            <a:ext cx="10972800" cy="541214"/>
          </a:xfrm>
        </p:spPr>
        <p:txBody>
          <a:bodyPr/>
          <a:lstStyle>
            <a:lvl1pPr>
              <a:defRPr sz="3200">
                <a:solidFill>
                  <a:schemeClr val="tx1"/>
                </a:solidFill>
              </a:defRPr>
            </a:lvl1pPr>
          </a:lstStyle>
          <a:p>
            <a:r>
              <a:rPr lang="en-US" dirty="0"/>
              <a:t>Click to edit Master title style</a:t>
            </a:r>
          </a:p>
        </p:txBody>
      </p:sp>
      <p:sp>
        <p:nvSpPr>
          <p:cNvPr id="3" name="Content Placeholder 2"/>
          <p:cNvSpPr>
            <a:spLocks noGrp="1"/>
          </p:cNvSpPr>
          <p:nvPr>
            <p:ph idx="1"/>
          </p:nvPr>
        </p:nvSpPr>
        <p:spPr>
          <a:xfrm>
            <a:off x="677333" y="1295400"/>
            <a:ext cx="10972800" cy="5181600"/>
          </a:xfrm>
        </p:spPr>
        <p:txBody>
          <a:bodyPr/>
          <a:lstStyle>
            <a:lvl1pPr marL="457200" indent="-419100">
              <a:buClr>
                <a:srgbClr val="002060"/>
              </a:buClr>
              <a:buFont typeface="Arial" panose="020B0604020202020204" pitchFamily="34" charset="0"/>
              <a:buChar char="•"/>
              <a:defRPr>
                <a:solidFill>
                  <a:schemeClr val="tx1"/>
                </a:solidFill>
              </a:defRPr>
            </a:lvl1pPr>
            <a:lvl2pPr marL="914400" indent="-381000">
              <a:buClr>
                <a:srgbClr val="002060"/>
              </a:buClr>
              <a:buFont typeface="Arial" panose="020B0604020202020204" pitchFamily="34" charset="0"/>
              <a:buChar char="•"/>
              <a:defRPr b="0">
                <a:solidFill>
                  <a:schemeClr val="tx1"/>
                </a:solidFill>
              </a:defRPr>
            </a:lvl2pPr>
            <a:lvl3pPr marL="1371600" indent="-381000">
              <a:buClr>
                <a:srgbClr val="002060"/>
              </a:buClr>
              <a:buFont typeface="Arial" panose="020B0604020202020204" pitchFamily="34" charset="0"/>
              <a:buChar char="•"/>
              <a:defRPr>
                <a:solidFill>
                  <a:schemeClr val="tx1"/>
                </a:solidFill>
              </a:defRPr>
            </a:lvl3pPr>
            <a:lvl4pPr marL="1828800" indent="-342900">
              <a:buClr>
                <a:srgbClr val="002060"/>
              </a:buClr>
              <a:buFont typeface="Arial" panose="020B0604020202020204" pitchFamily="34" charset="0"/>
              <a:buChar char="•"/>
              <a:defRPr b="0">
                <a:solidFill>
                  <a:schemeClr val="tx1"/>
                </a:solidFill>
              </a:defRPr>
            </a:lvl4pPr>
            <a:lvl5pPr marL="2286000" indent="-342900">
              <a:buClr>
                <a:srgbClr val="002060"/>
              </a:buClr>
              <a:buFont typeface="Arial" panose="020B0604020202020204" pitchFamily="34" charset="0"/>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12133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8581B5-CE63-4C0B-AF1D-F1A23F619540}" type="datetimeFigureOut">
              <a:rPr lang="en-IN" smtClean="0"/>
              <a:t>22-04-2025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7DD252-A74E-4E8E-A6B4-FCD6DE8F900F}" type="slidenum">
              <a:rPr lang="en-IN" smtClean="0"/>
              <a:t>‹#›</a:t>
            </a:fld>
            <a:endParaRPr lang="en-IN"/>
          </a:p>
        </p:txBody>
      </p:sp>
    </p:spTree>
    <p:extLst>
      <p:ext uri="{BB962C8B-B14F-4D97-AF65-F5344CB8AC3E}">
        <p14:creationId xmlns:p14="http://schemas.microsoft.com/office/powerpoint/2010/main" val="2858163133"/>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553967" y="665975"/>
            <a:ext cx="9144000" cy="459900"/>
          </a:xfrm>
          <a:prstGeom prst="rect">
            <a:avLst/>
          </a:prstGeom>
          <a:noFill/>
          <a:ln>
            <a:noFill/>
          </a:ln>
        </p:spPr>
        <p:txBody>
          <a:bodyPr spcFirstLastPara="1" wrap="square" lIns="91425" tIns="91425" rIns="91425" bIns="91425" anchor="b" anchorCtr="0"/>
          <a:lstStyle>
            <a:lvl1pPr lvl="0">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1pPr>
            <a:lvl2pPr lvl="1">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2pPr>
            <a:lvl3pPr lvl="2">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3pPr>
            <a:lvl4pPr lvl="3">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4pPr>
            <a:lvl5pPr lvl="4">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5pPr>
            <a:lvl6pPr lvl="5">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6pPr>
            <a:lvl7pPr lvl="6">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7pPr>
            <a:lvl8pPr lvl="7">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8pPr>
            <a:lvl9pPr lvl="8">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9pPr>
          </a:lstStyle>
          <a:p>
            <a:endParaRPr/>
          </a:p>
        </p:txBody>
      </p:sp>
      <p:sp>
        <p:nvSpPr>
          <p:cNvPr id="7" name="Google Shape;7;p1"/>
          <p:cNvSpPr txBox="1">
            <a:spLocks noGrp="1"/>
          </p:cNvSpPr>
          <p:nvPr>
            <p:ph type="body" idx="1"/>
          </p:nvPr>
        </p:nvSpPr>
        <p:spPr>
          <a:xfrm>
            <a:off x="1553998" y="1600200"/>
            <a:ext cx="9144000" cy="4967700"/>
          </a:xfrm>
          <a:prstGeom prst="rect">
            <a:avLst/>
          </a:prstGeom>
          <a:noFill/>
          <a:ln>
            <a:noFill/>
          </a:ln>
        </p:spPr>
        <p:txBody>
          <a:bodyPr spcFirstLastPara="1" wrap="square" lIns="91425" tIns="91425" rIns="91425" bIns="91425" anchor="t" anchorCtr="0"/>
          <a:lstStyle>
            <a:lvl1pPr marL="457200" lvl="0" indent="-419100">
              <a:spcBef>
                <a:spcPts val="600"/>
              </a:spcBef>
              <a:spcAft>
                <a:spcPts val="0"/>
              </a:spcAft>
              <a:buClr>
                <a:srgbClr val="F3F3F3"/>
              </a:buClr>
              <a:buSzPts val="3000"/>
              <a:buFont typeface="Quicksand"/>
              <a:buChar char="◦"/>
              <a:defRPr sz="3000">
                <a:solidFill>
                  <a:srgbClr val="F3F3F3"/>
                </a:solidFill>
                <a:latin typeface="Quicksand"/>
                <a:ea typeface="Quicksand"/>
                <a:cs typeface="Quicksand"/>
                <a:sym typeface="Quicksand"/>
              </a:defRPr>
            </a:lvl1pPr>
            <a:lvl2pPr marL="914400" lvl="1" indent="-381000">
              <a:spcBef>
                <a:spcPts val="0"/>
              </a:spcBef>
              <a:spcAft>
                <a:spcPts val="0"/>
              </a:spcAft>
              <a:buClr>
                <a:srgbClr val="F3F3F3"/>
              </a:buClr>
              <a:buSzPts val="2400"/>
              <a:buFont typeface="Quicksand"/>
              <a:buChar char="▫"/>
              <a:defRPr sz="2400">
                <a:solidFill>
                  <a:srgbClr val="F3F3F3"/>
                </a:solidFill>
                <a:latin typeface="Quicksand"/>
                <a:ea typeface="Quicksand"/>
                <a:cs typeface="Quicksand"/>
                <a:sym typeface="Quicksand"/>
              </a:defRPr>
            </a:lvl2pPr>
            <a:lvl3pPr marL="1371600" lvl="2" indent="-381000">
              <a:spcBef>
                <a:spcPts val="0"/>
              </a:spcBef>
              <a:spcAft>
                <a:spcPts val="0"/>
              </a:spcAft>
              <a:buClr>
                <a:srgbClr val="F3F3F3"/>
              </a:buClr>
              <a:buSzPts val="2400"/>
              <a:buFont typeface="Quicksand"/>
              <a:buChar char="■"/>
              <a:defRPr sz="2400">
                <a:solidFill>
                  <a:srgbClr val="F3F3F3"/>
                </a:solidFill>
                <a:latin typeface="Quicksand"/>
                <a:ea typeface="Quicksand"/>
                <a:cs typeface="Quicksand"/>
                <a:sym typeface="Quicksand"/>
              </a:defRPr>
            </a:lvl3pPr>
            <a:lvl4pPr marL="1828800" lvl="3" indent="-342900">
              <a:spcBef>
                <a:spcPts val="0"/>
              </a:spcBef>
              <a:spcAft>
                <a:spcPts val="0"/>
              </a:spcAft>
              <a:buClr>
                <a:srgbClr val="F3F3F3"/>
              </a:buClr>
              <a:buSzPts val="1800"/>
              <a:buFont typeface="Quicksand"/>
              <a:buChar char="●"/>
              <a:defRPr sz="1800">
                <a:solidFill>
                  <a:srgbClr val="F3F3F3"/>
                </a:solidFill>
                <a:latin typeface="Quicksand"/>
                <a:ea typeface="Quicksand"/>
                <a:cs typeface="Quicksand"/>
                <a:sym typeface="Quicksand"/>
              </a:defRPr>
            </a:lvl4pPr>
            <a:lvl5pPr marL="2286000" lvl="4" indent="-342900">
              <a:spcBef>
                <a:spcPts val="0"/>
              </a:spcBef>
              <a:spcAft>
                <a:spcPts val="0"/>
              </a:spcAft>
              <a:buClr>
                <a:srgbClr val="F3F3F3"/>
              </a:buClr>
              <a:buSzPts val="1800"/>
              <a:buFont typeface="Quicksand"/>
              <a:buChar char="○"/>
              <a:defRPr sz="1800">
                <a:solidFill>
                  <a:srgbClr val="F3F3F3"/>
                </a:solidFill>
                <a:latin typeface="Quicksand"/>
                <a:ea typeface="Quicksand"/>
                <a:cs typeface="Quicksand"/>
                <a:sym typeface="Quicksand"/>
              </a:defRPr>
            </a:lvl5pPr>
            <a:lvl6pPr marL="2743200" lvl="5" indent="-342900">
              <a:spcBef>
                <a:spcPts val="0"/>
              </a:spcBef>
              <a:spcAft>
                <a:spcPts val="0"/>
              </a:spcAft>
              <a:buClr>
                <a:srgbClr val="F3F3F3"/>
              </a:buClr>
              <a:buSzPts val="1800"/>
              <a:buFont typeface="Quicksand"/>
              <a:buChar char="■"/>
              <a:defRPr sz="1800">
                <a:solidFill>
                  <a:srgbClr val="F3F3F3"/>
                </a:solidFill>
                <a:latin typeface="Quicksand"/>
                <a:ea typeface="Quicksand"/>
                <a:cs typeface="Quicksand"/>
                <a:sym typeface="Quicksand"/>
              </a:defRPr>
            </a:lvl6pPr>
            <a:lvl7pPr marL="3200400" lvl="6" indent="-342900">
              <a:spcBef>
                <a:spcPts val="0"/>
              </a:spcBef>
              <a:spcAft>
                <a:spcPts val="0"/>
              </a:spcAft>
              <a:buClr>
                <a:srgbClr val="F3F3F3"/>
              </a:buClr>
              <a:buSzPts val="1800"/>
              <a:buFont typeface="Quicksand"/>
              <a:buChar char="●"/>
              <a:defRPr sz="1800">
                <a:solidFill>
                  <a:srgbClr val="F3F3F3"/>
                </a:solidFill>
                <a:latin typeface="Quicksand"/>
                <a:ea typeface="Quicksand"/>
                <a:cs typeface="Quicksand"/>
                <a:sym typeface="Quicksand"/>
              </a:defRPr>
            </a:lvl7pPr>
            <a:lvl8pPr marL="3657600" lvl="7" indent="-342900">
              <a:spcBef>
                <a:spcPts val="0"/>
              </a:spcBef>
              <a:spcAft>
                <a:spcPts val="0"/>
              </a:spcAft>
              <a:buClr>
                <a:srgbClr val="F3F3F3"/>
              </a:buClr>
              <a:buSzPts val="1800"/>
              <a:buFont typeface="Quicksand"/>
              <a:buChar char="○"/>
              <a:defRPr sz="1800">
                <a:solidFill>
                  <a:srgbClr val="F3F3F3"/>
                </a:solidFill>
                <a:latin typeface="Quicksand"/>
                <a:ea typeface="Quicksand"/>
                <a:cs typeface="Quicksand"/>
                <a:sym typeface="Quicksand"/>
              </a:defRPr>
            </a:lvl8pPr>
            <a:lvl9pPr marL="4114800" lvl="8" indent="-342900">
              <a:spcBef>
                <a:spcPts val="0"/>
              </a:spcBef>
              <a:spcAft>
                <a:spcPts val="0"/>
              </a:spcAft>
              <a:buClr>
                <a:srgbClr val="F3F3F3"/>
              </a:buClr>
              <a:buSzPts val="1800"/>
              <a:buFont typeface="Quicksand"/>
              <a:buChar char="■"/>
              <a:defRPr sz="1800">
                <a:solidFill>
                  <a:srgbClr val="F3F3F3"/>
                </a:solidFill>
                <a:latin typeface="Quicksand"/>
                <a:ea typeface="Quicksand"/>
                <a:cs typeface="Quicksand"/>
                <a:sym typeface="Quicksand"/>
              </a:defRPr>
            </a:lvl9pPr>
          </a:lstStyle>
          <a:p>
            <a:endParaRPr/>
          </a:p>
        </p:txBody>
      </p:sp>
      <p:sp>
        <p:nvSpPr>
          <p:cNvPr id="8" name="Google Shape;8;p1"/>
          <p:cNvSpPr txBox="1">
            <a:spLocks noGrp="1"/>
          </p:cNvSpPr>
          <p:nvPr>
            <p:ph type="sldNum" idx="12"/>
          </p:nvPr>
        </p:nvSpPr>
        <p:spPr>
          <a:xfrm>
            <a:off x="11364209" y="6437775"/>
            <a:ext cx="731600" cy="420300"/>
          </a:xfrm>
          <a:prstGeom prst="rect">
            <a:avLst/>
          </a:prstGeom>
          <a:noFill/>
          <a:ln>
            <a:noFill/>
          </a:ln>
        </p:spPr>
        <p:txBody>
          <a:bodyPr spcFirstLastPara="1" wrap="square" lIns="91425" tIns="91425" rIns="91425" bIns="91425" anchor="t" anchorCtr="0">
            <a:noAutofit/>
          </a:bodyPr>
          <a:lstStyle>
            <a:lvl1pPr lvl="0" algn="r">
              <a:buNone/>
              <a:defRPr sz="1200">
                <a:solidFill>
                  <a:srgbClr val="39C0BA"/>
                </a:solidFill>
                <a:latin typeface="Quicksand"/>
                <a:ea typeface="Quicksand"/>
                <a:cs typeface="Quicksand"/>
                <a:sym typeface="Quicksand"/>
              </a:defRPr>
            </a:lvl1pPr>
            <a:lvl2pPr lvl="1" algn="r">
              <a:buNone/>
              <a:defRPr sz="1200">
                <a:solidFill>
                  <a:srgbClr val="39C0BA"/>
                </a:solidFill>
                <a:latin typeface="Quicksand"/>
                <a:ea typeface="Quicksand"/>
                <a:cs typeface="Quicksand"/>
                <a:sym typeface="Quicksand"/>
              </a:defRPr>
            </a:lvl2pPr>
            <a:lvl3pPr lvl="2" algn="r">
              <a:buNone/>
              <a:defRPr sz="1200">
                <a:solidFill>
                  <a:srgbClr val="39C0BA"/>
                </a:solidFill>
                <a:latin typeface="Quicksand"/>
                <a:ea typeface="Quicksand"/>
                <a:cs typeface="Quicksand"/>
                <a:sym typeface="Quicksand"/>
              </a:defRPr>
            </a:lvl3pPr>
            <a:lvl4pPr lvl="3" algn="r">
              <a:buNone/>
              <a:defRPr sz="1200">
                <a:solidFill>
                  <a:srgbClr val="39C0BA"/>
                </a:solidFill>
                <a:latin typeface="Quicksand"/>
                <a:ea typeface="Quicksand"/>
                <a:cs typeface="Quicksand"/>
                <a:sym typeface="Quicksand"/>
              </a:defRPr>
            </a:lvl4pPr>
            <a:lvl5pPr lvl="4" algn="r">
              <a:buNone/>
              <a:defRPr sz="1200">
                <a:solidFill>
                  <a:srgbClr val="39C0BA"/>
                </a:solidFill>
                <a:latin typeface="Quicksand"/>
                <a:ea typeface="Quicksand"/>
                <a:cs typeface="Quicksand"/>
                <a:sym typeface="Quicksand"/>
              </a:defRPr>
            </a:lvl5pPr>
            <a:lvl6pPr lvl="5" algn="r">
              <a:buNone/>
              <a:defRPr sz="1200">
                <a:solidFill>
                  <a:srgbClr val="39C0BA"/>
                </a:solidFill>
                <a:latin typeface="Quicksand"/>
                <a:ea typeface="Quicksand"/>
                <a:cs typeface="Quicksand"/>
                <a:sym typeface="Quicksand"/>
              </a:defRPr>
            </a:lvl6pPr>
            <a:lvl7pPr lvl="6" algn="r">
              <a:buNone/>
              <a:defRPr sz="1200">
                <a:solidFill>
                  <a:srgbClr val="39C0BA"/>
                </a:solidFill>
                <a:latin typeface="Quicksand"/>
                <a:ea typeface="Quicksand"/>
                <a:cs typeface="Quicksand"/>
                <a:sym typeface="Quicksand"/>
              </a:defRPr>
            </a:lvl7pPr>
            <a:lvl8pPr lvl="7" algn="r">
              <a:buNone/>
              <a:defRPr sz="1200">
                <a:solidFill>
                  <a:srgbClr val="39C0BA"/>
                </a:solidFill>
                <a:latin typeface="Quicksand"/>
                <a:ea typeface="Quicksand"/>
                <a:cs typeface="Quicksand"/>
                <a:sym typeface="Quicksand"/>
              </a:defRPr>
            </a:lvl8pPr>
            <a:lvl9pPr lvl="8" algn="r">
              <a:buNone/>
              <a:defRPr sz="1200">
                <a:solidFill>
                  <a:srgbClr val="39C0BA"/>
                </a:solidFill>
                <a:latin typeface="Quicksand"/>
                <a:ea typeface="Quicksand"/>
                <a:cs typeface="Quicksand"/>
                <a:sym typeface="Quicksand"/>
              </a:defRPr>
            </a:lvl9pPr>
          </a:lstStyle>
          <a:p>
            <a:pPr>
              <a:buClr>
                <a:srgbClr val="000000"/>
              </a:buClr>
            </a:pPr>
            <a:fld id="{00000000-1234-1234-1234-123412341234}" type="slidenum">
              <a:rPr lang="en" kern="0" smtClean="0"/>
              <a:pPr>
                <a:buClr>
                  <a:srgbClr val="000000"/>
                </a:buClr>
              </a:pPr>
              <a:t>‹#›</a:t>
            </a:fld>
            <a:endParaRPr lang="en" kern="0"/>
          </a:p>
        </p:txBody>
      </p:sp>
    </p:spTree>
    <p:extLst>
      <p:ext uri="{BB962C8B-B14F-4D97-AF65-F5344CB8AC3E}">
        <p14:creationId xmlns:p14="http://schemas.microsoft.com/office/powerpoint/2010/main" val="3880125852"/>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image" Target="../media/image10.png"/><Relationship Id="rId5" Type="http://schemas.openxmlformats.org/officeDocument/2006/relationships/image" Target="../media/image3.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4.xml"/><Relationship Id="rId6" Type="http://schemas.openxmlformats.org/officeDocument/2006/relationships/image" Target="../media/image11.png"/><Relationship Id="rId5" Type="http://schemas.openxmlformats.org/officeDocument/2006/relationships/image" Target="../media/image3.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image" Target="../media/image12.png"/><Relationship Id="rId5" Type="http://schemas.openxmlformats.org/officeDocument/2006/relationships/image" Target="../media/image3.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hyperlink" Target="file:///\\s+" TargetMode="Externa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5915" y="1122363"/>
            <a:ext cx="9972085" cy="1408401"/>
          </a:xfrm>
        </p:spPr>
        <p:txBody>
          <a:bodyPr>
            <a:normAutofit/>
          </a:bodyPr>
          <a:lstStyle/>
          <a:p>
            <a:r>
              <a:rPr lang="en-US" sz="4800" dirty="0">
                <a:solidFill>
                  <a:schemeClr val="accent4"/>
                </a:solidFill>
                <a:latin typeface="Century Schoolbook" panose="02040604050505020304" pitchFamily="18" charset="0"/>
              </a:rPr>
              <a:t>Big Data Processing</a:t>
            </a:r>
            <a:endParaRPr lang="en-IN" sz="4800" dirty="0">
              <a:solidFill>
                <a:schemeClr val="accent4"/>
              </a:solidFill>
              <a:latin typeface="Century Schoolbook" panose="02040604050505020304" pitchFamily="18" charset="0"/>
            </a:endParaRPr>
          </a:p>
        </p:txBody>
      </p:sp>
      <p:sp>
        <p:nvSpPr>
          <p:cNvPr id="3" name="Subtitle 2"/>
          <p:cNvSpPr>
            <a:spLocks noGrp="1"/>
          </p:cNvSpPr>
          <p:nvPr>
            <p:ph type="subTitle" idx="1"/>
          </p:nvPr>
        </p:nvSpPr>
        <p:spPr>
          <a:xfrm>
            <a:off x="1311564" y="3500438"/>
            <a:ext cx="9144000" cy="1655762"/>
          </a:xfrm>
        </p:spPr>
        <p:txBody>
          <a:bodyPr>
            <a:normAutofit/>
          </a:bodyPr>
          <a:lstStyle/>
          <a:p>
            <a:r>
              <a:rPr lang="en-IN" sz="4400" dirty="0">
                <a:latin typeface="Century Schoolbook" panose="02040604050505020304" pitchFamily="18" charset="0"/>
              </a:rPr>
              <a:t>Jiaul Paik</a:t>
            </a:r>
          </a:p>
          <a:p>
            <a:r>
              <a:rPr lang="en-IN" sz="3200">
                <a:latin typeface="Century Schoolbook" panose="02040604050505020304" pitchFamily="18" charset="0"/>
              </a:rPr>
              <a:t>Lecture 14</a:t>
            </a:r>
            <a:endParaRPr lang="en-IN" sz="3200" dirty="0">
              <a:latin typeface="Century Schoolbook" panose="02040604050505020304" pitchFamily="18" charset="0"/>
            </a:endParaRPr>
          </a:p>
        </p:txBody>
      </p:sp>
    </p:spTree>
    <p:extLst>
      <p:ext uri="{BB962C8B-B14F-4D97-AF65-F5344CB8AC3E}">
        <p14:creationId xmlns:p14="http://schemas.microsoft.com/office/powerpoint/2010/main" val="2733896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554" y="1912776"/>
            <a:ext cx="10972800" cy="2561569"/>
          </a:xfrm>
        </p:spPr>
        <p:txBody>
          <a:bodyPr/>
          <a:lstStyle/>
          <a:p>
            <a:pPr algn="ctr"/>
            <a:r>
              <a:rPr lang="en-IN" sz="4800" b="1" dirty="0" err="1">
                <a:solidFill>
                  <a:srgbClr val="0070C0"/>
                </a:solidFill>
              </a:rPr>
              <a:t>Pagerank</a:t>
            </a:r>
            <a:r>
              <a:rPr lang="en-IN" sz="4800" b="1" dirty="0">
                <a:solidFill>
                  <a:srgbClr val="00B050"/>
                </a:solidFill>
              </a:rPr>
              <a:t> </a:t>
            </a:r>
            <a:br>
              <a:rPr lang="en-IN" sz="4800" b="1" dirty="0">
                <a:solidFill>
                  <a:srgbClr val="00B050"/>
                </a:solidFill>
              </a:rPr>
            </a:br>
            <a:br>
              <a:rPr lang="en-IN" sz="4000" b="1" dirty="0">
                <a:solidFill>
                  <a:srgbClr val="00B050"/>
                </a:solidFill>
              </a:rPr>
            </a:br>
            <a:r>
              <a:rPr lang="en-IN" sz="4000" b="1" dirty="0">
                <a:solidFill>
                  <a:srgbClr val="00B050"/>
                </a:solidFill>
              </a:rPr>
              <a:t>Analysing the Link Structure of the Web</a:t>
            </a:r>
            <a:br>
              <a:rPr lang="en-IN" sz="4000" b="1" dirty="0">
                <a:solidFill>
                  <a:srgbClr val="00B050"/>
                </a:solidFill>
              </a:rPr>
            </a:br>
            <a:r>
              <a:rPr lang="en-IN" sz="4000" b="1" dirty="0">
                <a:solidFill>
                  <a:srgbClr val="FF0000"/>
                </a:solidFill>
              </a:rPr>
              <a:t>Iterative Algorithm in Spark</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sp>
        <p:nvSpPr>
          <p:cNvPr id="3" name="TextBox 2">
            <a:extLst>
              <a:ext uri="{FF2B5EF4-FFF2-40B4-BE49-F238E27FC236}">
                <a16:creationId xmlns:a16="http://schemas.microsoft.com/office/drawing/2014/main" id="{7248825F-8470-302B-45FD-74C94AB4887F}"/>
              </a:ext>
            </a:extLst>
          </p:cNvPr>
          <p:cNvSpPr txBox="1"/>
          <p:nvPr/>
        </p:nvSpPr>
        <p:spPr>
          <a:xfrm>
            <a:off x="612554" y="4838007"/>
            <a:ext cx="10972800" cy="923330"/>
          </a:xfrm>
          <a:prstGeom prst="rect">
            <a:avLst/>
          </a:prstGeom>
          <a:noFill/>
        </p:spPr>
        <p:txBody>
          <a:bodyPr wrap="square" rtlCol="0">
            <a:spAutoFit/>
          </a:bodyPr>
          <a:lstStyle/>
          <a:p>
            <a:r>
              <a:rPr lang="en-US" dirty="0"/>
              <a:t>Web we can consider a very big graph; the webpages are the nodes and hyperlinks which are kind of  directed edges </a:t>
            </a:r>
          </a:p>
          <a:p>
            <a:endParaRPr lang="en-US" dirty="0"/>
          </a:p>
        </p:txBody>
      </p:sp>
    </p:spTree>
    <p:extLst>
      <p:ext uri="{BB962C8B-B14F-4D97-AF65-F5344CB8AC3E}">
        <p14:creationId xmlns:p14="http://schemas.microsoft.com/office/powerpoint/2010/main" val="3156453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332794" y="319798"/>
            <a:ext cx="8928390" cy="484331"/>
          </a:xfrm>
        </p:spPr>
        <p:txBody>
          <a:bodyPr/>
          <a:lstStyle/>
          <a:p>
            <a:pPr eaLnBrk="1" hangingPunct="1"/>
            <a:r>
              <a:rPr lang="en-US" altLang="zh-CN" dirty="0">
                <a:solidFill>
                  <a:srgbClr val="00B050"/>
                </a:solidFill>
                <a:ea typeface="宋体" panose="02010600030101010101" pitchFamily="2" charset="-122"/>
              </a:rPr>
              <a:t>Introduction</a:t>
            </a:r>
          </a:p>
        </p:txBody>
      </p:sp>
      <p:sp>
        <p:nvSpPr>
          <p:cNvPr id="4099" name="Content Placeholder 2"/>
          <p:cNvSpPr>
            <a:spLocks noGrp="1"/>
          </p:cNvSpPr>
          <p:nvPr>
            <p:ph idx="1"/>
          </p:nvPr>
        </p:nvSpPr>
        <p:spPr>
          <a:xfrm>
            <a:off x="766618" y="1071419"/>
            <a:ext cx="10760364" cy="4775200"/>
          </a:xfrm>
        </p:spPr>
        <p:txBody>
          <a:bodyPr/>
          <a:lstStyle/>
          <a:p>
            <a:pPr algn="just" eaLnBrk="1" hangingPunct="1"/>
            <a:r>
              <a:rPr lang="en-US" altLang="zh-CN" sz="2600" dirty="0">
                <a:ea typeface="宋体" panose="02010600030101010101" pitchFamily="2" charset="-122"/>
              </a:rPr>
              <a:t>Why is Page Importance Rating important?</a:t>
            </a:r>
          </a:p>
          <a:p>
            <a:pPr lvl="1" algn="just"/>
            <a:r>
              <a:rPr lang="en-US" altLang="zh-CN" sz="2000" dirty="0">
                <a:ea typeface="宋体" panose="02010600030101010101" pitchFamily="2" charset="-122"/>
              </a:rPr>
              <a:t>New challenges for information retrieval on the World Wide Web. Its all about search engines , and it has already been challenging to extract the right info from web only based on content or keywords.</a:t>
            </a:r>
          </a:p>
          <a:p>
            <a:pPr lvl="1" algn="just"/>
            <a:r>
              <a:rPr lang="en-US" altLang="zh-CN" sz="2000" dirty="0">
                <a:ea typeface="宋体" panose="02010600030101010101" pitchFamily="2" charset="-122"/>
              </a:rPr>
              <a:t>Huge number of web pages: </a:t>
            </a:r>
          </a:p>
          <a:p>
            <a:pPr lvl="1" algn="just"/>
            <a:r>
              <a:rPr lang="en-US" altLang="zh-CN" sz="2000" dirty="0">
                <a:ea typeface="宋体" panose="02010600030101010101" pitchFamily="2" charset="-122"/>
              </a:rPr>
              <a:t>Diversity of web pages:   different topics, different quality, etc. so we can’t have single strategy to deal with everything.</a:t>
            </a:r>
          </a:p>
          <a:p>
            <a:pPr algn="just" eaLnBrk="1" hangingPunct="1"/>
            <a:endParaRPr lang="en-US" altLang="zh-CN" sz="2600" dirty="0">
              <a:ea typeface="宋体" panose="02010600030101010101" pitchFamily="2" charset="-122"/>
            </a:endParaRPr>
          </a:p>
          <a:p>
            <a:pPr algn="just" eaLnBrk="1" hangingPunct="1"/>
            <a:endParaRPr lang="en-US" altLang="zh-CN" sz="2600" dirty="0">
              <a:ea typeface="宋体" panose="02010600030101010101" pitchFamily="2" charset="-122"/>
            </a:endParaRPr>
          </a:p>
          <a:p>
            <a:pPr algn="just" eaLnBrk="1" hangingPunct="1"/>
            <a:r>
              <a:rPr lang="en-US" altLang="zh-CN" sz="2600" dirty="0">
                <a:ea typeface="宋体" panose="02010600030101010101" pitchFamily="2" charset="-122"/>
              </a:rPr>
              <a:t>What is PageRank?	</a:t>
            </a:r>
          </a:p>
          <a:p>
            <a:pPr lvl="1" algn="just"/>
            <a:r>
              <a:rPr lang="en-US" altLang="zh-CN" sz="2000" dirty="0">
                <a:ea typeface="宋体" panose="02010600030101010101" pitchFamily="2" charset="-122"/>
              </a:rPr>
              <a:t>A method for rating the importance of web pages </a:t>
            </a:r>
          </a:p>
          <a:p>
            <a:pPr lvl="1" algn="just"/>
            <a:r>
              <a:rPr lang="en-US" altLang="zh-CN" sz="2000" dirty="0">
                <a:ea typeface="宋体" panose="02010600030101010101" pitchFamily="2" charset="-122"/>
              </a:rPr>
              <a:t>It uses the link structure of the web.  The nodes are the webpages and connections or hyperlinks are basically the edges from one page to another page.</a:t>
            </a:r>
          </a:p>
          <a:p>
            <a:pPr marL="547688" lvl="2" algn="just">
              <a:spcBef>
                <a:spcPts val="600"/>
              </a:spcBef>
              <a:buSzPct val="70000"/>
              <a:buNone/>
            </a:pPr>
            <a:endParaRPr lang="en-US" altLang="zh-CN" sz="2000" dirty="0">
              <a:ea typeface="宋体" panose="02010600030101010101" pitchFamily="2" charset="-122"/>
            </a:endParaRPr>
          </a:p>
          <a:p>
            <a:pPr lvl="1" algn="just" eaLnBrk="1" hangingPunct="1"/>
            <a:endParaRPr lang="en-US" altLang="zh-CN" sz="2300" dirty="0">
              <a:ea typeface="宋体" panose="02010600030101010101" pitchFamily="2" charset="-122"/>
            </a:endParaRPr>
          </a:p>
          <a:p>
            <a:pPr marL="547688" lvl="2" algn="just"/>
            <a:endParaRPr lang="en-US" altLang="zh-CN" sz="2000" dirty="0">
              <a:ea typeface="宋体" panose="02010600030101010101" pitchFamily="2" charset="-122"/>
            </a:endParaRPr>
          </a:p>
          <a:p>
            <a:pPr lvl="1" algn="just" eaLnBrk="1" hangingPunct="1">
              <a:buFont typeface="Wingdings 2" panose="05020102010507070707" pitchFamily="18" charset="2"/>
              <a:buNone/>
            </a:pPr>
            <a:endParaRPr lang="en-US" altLang="zh-CN" sz="2000" dirty="0">
              <a:ea typeface="宋体" panose="02010600030101010101" pitchFamily="2" charset="-122"/>
            </a:endParaRPr>
          </a:p>
        </p:txBody>
      </p:sp>
    </p:spTree>
    <p:extLst>
      <p:ext uri="{BB962C8B-B14F-4D97-AF65-F5344CB8AC3E}">
        <p14:creationId xmlns:p14="http://schemas.microsoft.com/office/powerpoint/2010/main" val="5276010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585499" y="215107"/>
            <a:ext cx="6496050" cy="620713"/>
          </a:xfrm>
        </p:spPr>
        <p:txBody>
          <a:bodyPr/>
          <a:lstStyle/>
          <a:p>
            <a:pPr eaLnBrk="1" hangingPunct="1"/>
            <a:r>
              <a:rPr lang="en-US" altLang="zh-CN" dirty="0">
                <a:solidFill>
                  <a:srgbClr val="00B050"/>
                </a:solidFill>
                <a:ea typeface="宋体" panose="02010600030101010101" pitchFamily="2" charset="-122"/>
              </a:rPr>
              <a:t>Link Structure of the Web</a:t>
            </a:r>
          </a:p>
        </p:txBody>
      </p:sp>
      <p:pic>
        <p:nvPicPr>
          <p:cNvPr id="7172" name="Picture 2"/>
          <p:cNvPicPr>
            <a:picLocks noChangeAspect="1" noChangeArrowheads="1"/>
          </p:cNvPicPr>
          <p:nvPr/>
        </p:nvPicPr>
        <p:blipFill>
          <a:blip r:embed="rId2">
            <a:extLst>
              <a:ext uri="{28A0092B-C50C-407E-A947-70E740481C1C}">
                <a14:useLocalDpi xmlns:a14="http://schemas.microsoft.com/office/drawing/2010/main" val="0"/>
              </a:ext>
            </a:extLst>
          </a:blip>
          <a:srcRect l="22618" r="14749"/>
          <a:stretch>
            <a:fillRect/>
          </a:stretch>
        </p:blipFill>
        <p:spPr bwMode="auto">
          <a:xfrm>
            <a:off x="1832850" y="1586206"/>
            <a:ext cx="2743200"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TextBox 4"/>
          <p:cNvSpPr txBox="1">
            <a:spLocks noChangeArrowheads="1"/>
          </p:cNvSpPr>
          <p:nvPr/>
        </p:nvSpPr>
        <p:spPr bwMode="auto">
          <a:xfrm>
            <a:off x="4453811" y="1814807"/>
            <a:ext cx="7067629" cy="2708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a:solidFill>
                  <a:schemeClr val="tx1"/>
                </a:solidFill>
                <a:latin typeface="Arial" panose="020B0604020202020204" pitchFamily="34" charset="0"/>
              </a:defRPr>
            </a:lvl1pPr>
            <a:lvl2pPr marL="742950" indent="-285750" eaLnBrk="0" hangingPunct="0">
              <a:defRPr sz="4400">
                <a:solidFill>
                  <a:schemeClr val="tx1"/>
                </a:solidFill>
                <a:latin typeface="Arial" panose="020B0604020202020204" pitchFamily="34" charset="0"/>
              </a:defRPr>
            </a:lvl2pPr>
            <a:lvl3pPr marL="1143000" indent="-228600" eaLnBrk="0" hangingPunct="0">
              <a:defRPr sz="4400">
                <a:solidFill>
                  <a:schemeClr val="tx1"/>
                </a:solidFill>
                <a:latin typeface="Arial" panose="020B0604020202020204" pitchFamily="34" charset="0"/>
              </a:defRPr>
            </a:lvl3pPr>
            <a:lvl4pPr marL="1600200" indent="-228600" eaLnBrk="0" hangingPunct="0">
              <a:defRPr sz="4400">
                <a:solidFill>
                  <a:schemeClr val="tx1"/>
                </a:solidFill>
                <a:latin typeface="Arial" panose="020B0604020202020204" pitchFamily="34" charset="0"/>
              </a:defRPr>
            </a:lvl4pPr>
            <a:lvl5pPr marL="2057400" indent="-228600" eaLnBrk="0" hangingPunct="0">
              <a:defRPr sz="4400">
                <a:solidFill>
                  <a:schemeClr val="tx1"/>
                </a:solidFill>
                <a:latin typeface="Arial" panose="020B0604020202020204" pitchFamily="34" charset="0"/>
              </a:defRPr>
            </a:lvl5pPr>
            <a:lvl6pPr marL="2514600" indent="-228600" eaLnBrk="0" fontAlgn="base" hangingPunct="0">
              <a:spcBef>
                <a:spcPct val="0"/>
              </a:spcBef>
              <a:spcAft>
                <a:spcPct val="0"/>
              </a:spcAft>
              <a:defRPr sz="4400">
                <a:solidFill>
                  <a:schemeClr val="tx1"/>
                </a:solidFill>
                <a:latin typeface="Arial" panose="020B0604020202020204" pitchFamily="34" charset="0"/>
              </a:defRPr>
            </a:lvl6pPr>
            <a:lvl7pPr marL="2971800" indent="-228600" eaLnBrk="0" fontAlgn="base" hangingPunct="0">
              <a:spcBef>
                <a:spcPct val="0"/>
              </a:spcBef>
              <a:spcAft>
                <a:spcPct val="0"/>
              </a:spcAft>
              <a:defRPr sz="4400">
                <a:solidFill>
                  <a:schemeClr val="tx1"/>
                </a:solidFill>
                <a:latin typeface="Arial" panose="020B0604020202020204" pitchFamily="34" charset="0"/>
              </a:defRPr>
            </a:lvl7pPr>
            <a:lvl8pPr marL="3429000" indent="-228600" eaLnBrk="0" fontAlgn="base" hangingPunct="0">
              <a:spcBef>
                <a:spcPct val="0"/>
              </a:spcBef>
              <a:spcAft>
                <a:spcPct val="0"/>
              </a:spcAft>
              <a:defRPr sz="4400">
                <a:solidFill>
                  <a:schemeClr val="tx1"/>
                </a:solidFill>
                <a:latin typeface="Arial" panose="020B0604020202020204" pitchFamily="34" charset="0"/>
              </a:defRPr>
            </a:lvl8pPr>
            <a:lvl9pPr marL="3886200" indent="-228600" eaLnBrk="0" fontAlgn="base" hangingPunct="0">
              <a:spcBef>
                <a:spcPct val="0"/>
              </a:spcBef>
              <a:spcAft>
                <a:spcPct val="0"/>
              </a:spcAft>
              <a:defRPr sz="44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600" b="0" i="0" u="none" strike="noStrike" kern="1200" cap="none" spc="0" normalizeH="0" baseline="0" noProof="0" dirty="0">
                <a:ln>
                  <a:noFill/>
                </a:ln>
                <a:solidFill>
                  <a:prstClr val="black"/>
                </a:solidFill>
                <a:effectLst/>
                <a:uLnTx/>
                <a:uFillTx/>
                <a:latin typeface="Century Schoolbook" panose="02040604050505020304" pitchFamily="18" charset="0"/>
                <a:ea typeface="宋体" panose="02010600030101010101" pitchFamily="2" charset="-122"/>
                <a:cs typeface="+mn-cs"/>
              </a:rPr>
              <a:t>Backlinks and Forward links</a:t>
            </a:r>
          </a:p>
          <a:p>
            <a:pPr marL="108585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prstClr val="black"/>
                </a:solidFill>
                <a:effectLst/>
                <a:uLnTx/>
                <a:uFillTx/>
                <a:latin typeface="Century Schoolbook" panose="02040604050505020304" pitchFamily="18" charset="0"/>
                <a:ea typeface="宋体" panose="02010600030101010101" pitchFamily="2" charset="-122"/>
                <a:cs typeface="+mn-cs"/>
              </a:rPr>
              <a:t>A and B are C’s backlinks</a:t>
            </a:r>
          </a:p>
          <a:p>
            <a:pPr marL="108585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prstClr val="black"/>
                </a:solidFill>
                <a:effectLst/>
                <a:uLnTx/>
                <a:uFillTx/>
                <a:latin typeface="Century Schoolbook" panose="02040604050505020304" pitchFamily="18" charset="0"/>
                <a:ea typeface="宋体" panose="02010600030101010101" pitchFamily="2" charset="-122"/>
                <a:cs typeface="+mn-cs"/>
              </a:rPr>
              <a:t>C is A and B’s forward link</a:t>
            </a:r>
            <a:endParaRPr lang="en-US" altLang="zh-CN" sz="2400" noProof="0" dirty="0">
              <a:solidFill>
                <a:prstClr val="black"/>
              </a:solidFill>
              <a:latin typeface="Century Schoolbook" panose="02040604050505020304" pitchFamily="18" charset="0"/>
              <a:ea typeface="宋体" panose="02010600030101010101" pitchFamily="2" charset="-122"/>
            </a:endParaRPr>
          </a:p>
          <a:p>
            <a:pPr marR="0" lvl="1" indent="0" algn="l" defTabSz="914400" rtl="0" eaLnBrk="1" fontAlgn="auto" latinLnBrk="0" hangingPunct="1">
              <a:lnSpc>
                <a:spcPct val="100000"/>
              </a:lnSpc>
              <a:spcBef>
                <a:spcPts val="0"/>
              </a:spcBef>
              <a:spcAft>
                <a:spcPts val="0"/>
              </a:spcAft>
              <a:buClrTx/>
              <a:buSzTx/>
              <a:tabLst/>
              <a:defRPr/>
            </a:pPr>
            <a:r>
              <a:rPr kumimoji="0" lang="en-US" altLang="zh-CN" sz="2400" b="0" i="0" u="none" strike="noStrike" kern="1200" cap="none" spc="0" normalizeH="0" baseline="0" noProof="0" dirty="0">
                <a:ln>
                  <a:noFill/>
                </a:ln>
                <a:solidFill>
                  <a:prstClr val="black"/>
                </a:solidFill>
                <a:effectLst/>
                <a:uLnTx/>
                <a:uFillTx/>
                <a:latin typeface="Century Schoolbook" panose="02040604050505020304" pitchFamily="18" charset="0"/>
                <a:ea typeface="宋体" panose="02010600030101010101" pitchFamily="2" charset="-122"/>
                <a:cs typeface="+mn-cs"/>
              </a:rPr>
              <a:t>An </a:t>
            </a:r>
            <a:r>
              <a:rPr kumimoji="0" lang="en-US" altLang="zh-CN" sz="2400" b="0" i="0" u="none" strike="noStrike" kern="1200" cap="none" spc="0" normalizeH="0" baseline="0" noProof="0" dirty="0" err="1">
                <a:ln>
                  <a:noFill/>
                </a:ln>
                <a:solidFill>
                  <a:prstClr val="black"/>
                </a:solidFill>
                <a:effectLst/>
                <a:uLnTx/>
                <a:uFillTx/>
                <a:latin typeface="Century Schoolbook" panose="02040604050505020304" pitchFamily="18" charset="0"/>
                <a:ea typeface="宋体" panose="02010600030101010101" pitchFamily="2" charset="-122"/>
                <a:cs typeface="+mn-cs"/>
              </a:rPr>
              <a:t>arro</a:t>
            </a:r>
            <a:r>
              <a:rPr lang="en-US" altLang="zh-CN" sz="2400" dirty="0">
                <a:solidFill>
                  <a:prstClr val="black"/>
                </a:solidFill>
                <a:latin typeface="Century Schoolbook" panose="02040604050505020304" pitchFamily="18" charset="0"/>
                <a:ea typeface="宋体" panose="02010600030101010101" pitchFamily="2" charset="-122"/>
              </a:rPr>
              <a:t>w from A is pointing towards C and an arrow from B is pointing towards C so A and B are C’s Backlinks and C is Forward link of A and B </a:t>
            </a:r>
            <a:endParaRPr kumimoji="0" lang="en-US" altLang="zh-CN" sz="2400" b="0" i="0" u="none" strike="noStrike" kern="1200" cap="none" spc="0" normalizeH="0" baseline="0" noProof="0" dirty="0">
              <a:ln>
                <a:noFill/>
              </a:ln>
              <a:solidFill>
                <a:prstClr val="black"/>
              </a:solidFill>
              <a:effectLst/>
              <a:uLnTx/>
              <a:uFillTx/>
              <a:latin typeface="Century Schoolbook" panose="02040604050505020304" pitchFamily="18" charset="0"/>
              <a:ea typeface="宋体" panose="02010600030101010101" pitchFamily="2" charset="-122"/>
              <a:cs typeface="+mn-cs"/>
            </a:endParaRPr>
          </a:p>
        </p:txBody>
      </p:sp>
      <p:sp>
        <p:nvSpPr>
          <p:cNvPr id="7174" name="TextBox 5"/>
          <p:cNvSpPr txBox="1">
            <a:spLocks noChangeArrowheads="1"/>
          </p:cNvSpPr>
          <p:nvPr/>
        </p:nvSpPr>
        <p:spPr bwMode="auto">
          <a:xfrm>
            <a:off x="1004031" y="4594287"/>
            <a:ext cx="7516801"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a:solidFill>
                  <a:schemeClr val="tx1"/>
                </a:solidFill>
                <a:latin typeface="Arial" panose="020B0604020202020204" pitchFamily="34" charset="0"/>
              </a:defRPr>
            </a:lvl1pPr>
            <a:lvl2pPr marL="742950" indent="-285750" eaLnBrk="0" hangingPunct="0">
              <a:defRPr sz="4400">
                <a:solidFill>
                  <a:schemeClr val="tx1"/>
                </a:solidFill>
                <a:latin typeface="Arial" panose="020B0604020202020204" pitchFamily="34" charset="0"/>
              </a:defRPr>
            </a:lvl2pPr>
            <a:lvl3pPr marL="1143000" indent="-228600" eaLnBrk="0" hangingPunct="0">
              <a:defRPr sz="4400">
                <a:solidFill>
                  <a:schemeClr val="tx1"/>
                </a:solidFill>
                <a:latin typeface="Arial" panose="020B0604020202020204" pitchFamily="34" charset="0"/>
              </a:defRPr>
            </a:lvl3pPr>
            <a:lvl4pPr marL="1600200" indent="-228600" eaLnBrk="0" hangingPunct="0">
              <a:defRPr sz="4400">
                <a:solidFill>
                  <a:schemeClr val="tx1"/>
                </a:solidFill>
                <a:latin typeface="Arial" panose="020B0604020202020204" pitchFamily="34" charset="0"/>
              </a:defRPr>
            </a:lvl4pPr>
            <a:lvl5pPr marL="2057400" indent="-228600" eaLnBrk="0" hangingPunct="0">
              <a:defRPr sz="4400">
                <a:solidFill>
                  <a:schemeClr val="tx1"/>
                </a:solidFill>
                <a:latin typeface="Arial" panose="020B0604020202020204" pitchFamily="34" charset="0"/>
              </a:defRPr>
            </a:lvl5pPr>
            <a:lvl6pPr marL="2514600" indent="-228600" eaLnBrk="0" fontAlgn="base" hangingPunct="0">
              <a:spcBef>
                <a:spcPct val="0"/>
              </a:spcBef>
              <a:spcAft>
                <a:spcPct val="0"/>
              </a:spcAft>
              <a:defRPr sz="4400">
                <a:solidFill>
                  <a:schemeClr val="tx1"/>
                </a:solidFill>
                <a:latin typeface="Arial" panose="020B0604020202020204" pitchFamily="34" charset="0"/>
              </a:defRPr>
            </a:lvl6pPr>
            <a:lvl7pPr marL="2971800" indent="-228600" eaLnBrk="0" fontAlgn="base" hangingPunct="0">
              <a:spcBef>
                <a:spcPct val="0"/>
              </a:spcBef>
              <a:spcAft>
                <a:spcPct val="0"/>
              </a:spcAft>
              <a:defRPr sz="4400">
                <a:solidFill>
                  <a:schemeClr val="tx1"/>
                </a:solidFill>
                <a:latin typeface="Arial" panose="020B0604020202020204" pitchFamily="34" charset="0"/>
              </a:defRPr>
            </a:lvl7pPr>
            <a:lvl8pPr marL="3429000" indent="-228600" eaLnBrk="0" fontAlgn="base" hangingPunct="0">
              <a:spcBef>
                <a:spcPct val="0"/>
              </a:spcBef>
              <a:spcAft>
                <a:spcPct val="0"/>
              </a:spcAft>
              <a:defRPr sz="4400">
                <a:solidFill>
                  <a:schemeClr val="tx1"/>
                </a:solidFill>
                <a:latin typeface="Arial" panose="020B0604020202020204" pitchFamily="34" charset="0"/>
              </a:defRPr>
            </a:lvl8pPr>
            <a:lvl9pPr marL="3886200" indent="-228600" eaLnBrk="0" fontAlgn="base" hangingPunct="0">
              <a:spcBef>
                <a:spcPct val="0"/>
              </a:spcBef>
              <a:spcAft>
                <a:spcPct val="0"/>
              </a:spcAft>
              <a:defRPr sz="4400">
                <a:solidFill>
                  <a:schemeClr val="tx1"/>
                </a:solidFill>
                <a:latin typeface="Arial" panose="020B0604020202020204" pitchFamily="34" charset="0"/>
              </a:defRPr>
            </a:lvl9p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2200" b="0" i="0" u="none" strike="noStrike" kern="1200" cap="none" spc="0" normalizeH="0" baseline="0" noProof="0" dirty="0">
                <a:ln>
                  <a:noFill/>
                </a:ln>
                <a:solidFill>
                  <a:prstClr val="black"/>
                </a:solidFill>
                <a:effectLst/>
                <a:uLnTx/>
                <a:uFillTx/>
                <a:latin typeface="Century Schoolbook" panose="02040604050505020304" pitchFamily="18" charset="0"/>
                <a:ea typeface="宋体" panose="02010600030101010101" pitchFamily="2" charset="-122"/>
                <a:cs typeface="+mn-cs"/>
              </a:rPr>
              <a:t>Intuitively, a webpage is important if </a:t>
            </a:r>
          </a:p>
          <a:p>
            <a:pPr marL="108585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2200" b="0" i="0" u="none" strike="noStrike" kern="1200" cap="none" spc="0" normalizeH="0" baseline="0" noProof="0" dirty="0">
                <a:ln>
                  <a:noFill/>
                </a:ln>
                <a:solidFill>
                  <a:prstClr val="black"/>
                </a:solidFill>
                <a:effectLst/>
                <a:uLnTx/>
                <a:uFillTx/>
                <a:latin typeface="Century Schoolbook" panose="02040604050505020304" pitchFamily="18" charset="0"/>
                <a:ea typeface="宋体" panose="02010600030101010101" pitchFamily="2" charset="-122"/>
                <a:cs typeface="+mn-cs"/>
              </a:rPr>
              <a:t>It has a lot of backlinks.</a:t>
            </a:r>
          </a:p>
          <a:p>
            <a:pPr marL="108585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2200" b="0" i="0" u="none" strike="noStrike" kern="1200" cap="none" spc="0" normalizeH="0" baseline="0" noProof="0" dirty="0">
                <a:ln>
                  <a:noFill/>
                </a:ln>
                <a:solidFill>
                  <a:prstClr val="black"/>
                </a:solidFill>
                <a:effectLst/>
                <a:uLnTx/>
                <a:uFillTx/>
                <a:latin typeface="Century Schoolbook" panose="02040604050505020304" pitchFamily="18" charset="0"/>
                <a:ea typeface="宋体" panose="02010600030101010101" pitchFamily="2" charset="-122"/>
                <a:cs typeface="+mn-cs"/>
              </a:rPr>
              <a:t>Importance of the page giving the backlink</a:t>
            </a:r>
          </a:p>
          <a:p>
            <a:pPr marL="1485900" marR="0" lvl="2"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prstClr val="black"/>
                </a:solidFill>
                <a:effectLst/>
                <a:uLnTx/>
                <a:uFillTx/>
                <a:latin typeface="Century Schoolbook" panose="02040604050505020304" pitchFamily="18" charset="0"/>
                <a:ea typeface="宋体" panose="02010600030101010101" pitchFamily="2" charset="-122"/>
                <a:cs typeface="+mn-cs"/>
              </a:rPr>
              <a:t>what if the link is from </a:t>
            </a:r>
            <a:r>
              <a:rPr kumimoji="0" lang="en-US" altLang="zh-CN" sz="2400" b="0" i="0" u="none" strike="noStrike" kern="1200" cap="none" spc="0" normalizeH="0" baseline="0" noProof="0" dirty="0">
                <a:ln>
                  <a:noFill/>
                </a:ln>
                <a:solidFill>
                  <a:srgbClr val="00B0F0"/>
                </a:solidFill>
                <a:effectLst/>
                <a:uLnTx/>
                <a:uFillTx/>
                <a:latin typeface="Century Schoolbook" panose="02040604050505020304" pitchFamily="18" charset="0"/>
                <a:ea typeface="宋体" panose="02010600030101010101" pitchFamily="2" charset="-122"/>
                <a:cs typeface="+mn-cs"/>
              </a:rPr>
              <a:t>www.google.com</a:t>
            </a:r>
            <a:r>
              <a:rPr kumimoji="0" lang="en-US" altLang="zh-CN" sz="2400" b="0" i="0" u="none" strike="noStrike" kern="1200" cap="none" spc="0" normalizeH="0" baseline="0" noProof="0" dirty="0">
                <a:ln>
                  <a:noFill/>
                </a:ln>
                <a:solidFill>
                  <a:prstClr val="black"/>
                </a:solidFill>
                <a:effectLst/>
                <a:uLnTx/>
                <a:uFillTx/>
                <a:latin typeface="Century Schoolbook" panose="02040604050505020304" pitchFamily="18" charset="0"/>
                <a:ea typeface="宋体" panose="02010600030101010101" pitchFamily="2" charset="-122"/>
                <a:cs typeface="+mn-cs"/>
              </a:rPr>
              <a:t>?</a:t>
            </a:r>
          </a:p>
          <a:p>
            <a:pPr marL="108585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2200" b="0" i="0" u="none" strike="noStrike" kern="1200" cap="none" spc="0" normalizeH="0" baseline="0" noProof="0" dirty="0">
              <a:ln>
                <a:noFill/>
              </a:ln>
              <a:solidFill>
                <a:prstClr val="black"/>
              </a:solidFill>
              <a:effectLst/>
              <a:uLnTx/>
              <a:uFillTx/>
              <a:latin typeface="Century Schoolbook" panose="02040604050505020304" pitchFamily="18" charset="0"/>
              <a:ea typeface="宋体" panose="02010600030101010101" pitchFamily="2" charset="-122"/>
              <a:cs typeface="+mn-cs"/>
            </a:endParaRPr>
          </a:p>
        </p:txBody>
      </p:sp>
      <p:sp>
        <p:nvSpPr>
          <p:cNvPr id="2" name="TextBox 1">
            <a:extLst>
              <a:ext uri="{FF2B5EF4-FFF2-40B4-BE49-F238E27FC236}">
                <a16:creationId xmlns:a16="http://schemas.microsoft.com/office/drawing/2014/main" id="{5EFAF675-6377-C746-8E40-415B6430C030}"/>
              </a:ext>
            </a:extLst>
          </p:cNvPr>
          <p:cNvSpPr txBox="1"/>
          <p:nvPr/>
        </p:nvSpPr>
        <p:spPr>
          <a:xfrm>
            <a:off x="299258" y="6051665"/>
            <a:ext cx="11222182" cy="369332"/>
          </a:xfrm>
          <a:prstGeom prst="rect">
            <a:avLst/>
          </a:prstGeom>
          <a:noFill/>
        </p:spPr>
        <p:txBody>
          <a:bodyPr wrap="square" rtlCol="0">
            <a:spAutoFit/>
          </a:bodyPr>
          <a:lstStyle/>
          <a:p>
            <a:r>
              <a:rPr lang="en-US" dirty="0"/>
              <a:t>Two things to consider, the number of backlinks that u are getting and who is giving you the backlink.</a:t>
            </a:r>
          </a:p>
        </p:txBody>
      </p:sp>
    </p:spTree>
    <p:extLst>
      <p:ext uri="{BB962C8B-B14F-4D97-AF65-F5344CB8AC3E}">
        <p14:creationId xmlns:p14="http://schemas.microsoft.com/office/powerpoint/2010/main" val="29662746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r>
              <a:rPr lang="en-US" altLang="zh-CN" dirty="0">
                <a:solidFill>
                  <a:srgbClr val="00B050"/>
                </a:solidFill>
                <a:ea typeface="宋体" panose="02010600030101010101" pitchFamily="2" charset="-122"/>
              </a:rPr>
              <a:t>A Simple Version of PageRank</a:t>
            </a:r>
          </a:p>
        </p:txBody>
      </p:sp>
      <p:sp>
        <p:nvSpPr>
          <p:cNvPr id="8195" name="Content Placeholder 2"/>
          <p:cNvSpPr>
            <a:spLocks noGrp="1"/>
          </p:cNvSpPr>
          <p:nvPr>
            <p:ph idx="1"/>
          </p:nvPr>
        </p:nvSpPr>
        <p:spPr>
          <a:xfrm>
            <a:off x="127012" y="3074974"/>
            <a:ext cx="6605183" cy="3298001"/>
          </a:xfrm>
        </p:spPr>
        <p:txBody>
          <a:bodyPr/>
          <a:lstStyle/>
          <a:p>
            <a:pPr eaLnBrk="1" hangingPunct="1"/>
            <a:r>
              <a:rPr lang="en-US" altLang="zh-CN" sz="2400" dirty="0">
                <a:ea typeface="宋体" panose="02010600030101010101" pitchFamily="2" charset="-122"/>
              </a:rPr>
              <a:t>u: a web page</a:t>
            </a:r>
          </a:p>
          <a:p>
            <a:pPr eaLnBrk="1" hangingPunct="1"/>
            <a:endParaRPr lang="en-US" altLang="zh-CN" sz="2400" dirty="0">
              <a:ea typeface="宋体" panose="02010600030101010101" pitchFamily="2" charset="-122"/>
            </a:endParaRPr>
          </a:p>
          <a:p>
            <a:pPr eaLnBrk="1" hangingPunct="1"/>
            <a:r>
              <a:rPr lang="en-US" altLang="zh-CN" sz="2400" dirty="0">
                <a:ea typeface="宋体" panose="02010600030101010101" pitchFamily="2" charset="-122"/>
              </a:rPr>
              <a:t>B</a:t>
            </a:r>
            <a:r>
              <a:rPr lang="en-US" altLang="zh-CN" sz="2400" baseline="-25000" dirty="0">
                <a:ea typeface="宋体" panose="02010600030101010101" pitchFamily="2" charset="-122"/>
              </a:rPr>
              <a:t>u</a:t>
            </a:r>
            <a:r>
              <a:rPr lang="en-US" altLang="zh-CN" sz="2400" dirty="0">
                <a:ea typeface="宋体" panose="02010600030101010101" pitchFamily="2" charset="-122"/>
              </a:rPr>
              <a:t>: the set of u’s backlinks</a:t>
            </a:r>
          </a:p>
          <a:p>
            <a:pPr eaLnBrk="1" hangingPunct="1"/>
            <a:endParaRPr lang="en-US" altLang="zh-CN" sz="2400" dirty="0">
              <a:ea typeface="宋体" panose="02010600030101010101" pitchFamily="2" charset="-122"/>
            </a:endParaRPr>
          </a:p>
          <a:p>
            <a:pPr eaLnBrk="1" hangingPunct="1"/>
            <a:r>
              <a:rPr lang="en-US" altLang="zh-CN" sz="2400" dirty="0" err="1">
                <a:ea typeface="宋体" panose="02010600030101010101" pitchFamily="2" charset="-122"/>
              </a:rPr>
              <a:t>N</a:t>
            </a:r>
            <a:r>
              <a:rPr lang="en-US" altLang="zh-CN" sz="2400" baseline="-25000" dirty="0" err="1">
                <a:ea typeface="宋体" panose="02010600030101010101" pitchFamily="2" charset="-122"/>
              </a:rPr>
              <a:t>v</a:t>
            </a:r>
            <a:r>
              <a:rPr lang="en-US" altLang="zh-CN" sz="2400" dirty="0">
                <a:ea typeface="宋体" panose="02010600030101010101" pitchFamily="2" charset="-122"/>
              </a:rPr>
              <a:t>: the number of forward links of page v</a:t>
            </a:r>
          </a:p>
          <a:p>
            <a:pPr eaLnBrk="1" hangingPunct="1"/>
            <a:endParaRPr lang="en-US" altLang="zh-CN" sz="2400" dirty="0">
              <a:ea typeface="宋体" panose="02010600030101010101" pitchFamily="2" charset="-122"/>
            </a:endParaRPr>
          </a:p>
          <a:p>
            <a:pPr eaLnBrk="1" hangingPunct="1"/>
            <a:r>
              <a:rPr lang="en-US" altLang="zh-CN" sz="2400" dirty="0">
                <a:ea typeface="宋体" panose="02010600030101010101" pitchFamily="2" charset="-122"/>
              </a:rPr>
              <a:t>c: the normalization factor</a:t>
            </a:r>
          </a:p>
        </p:txBody>
      </p:sp>
      <p:sp>
        <p:nvSpPr>
          <p:cNvPr id="2" name="Oval 1"/>
          <p:cNvSpPr/>
          <p:nvPr/>
        </p:nvSpPr>
        <p:spPr>
          <a:xfrm>
            <a:off x="8045679" y="762000"/>
            <a:ext cx="662473" cy="62515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rial"/>
              <a:ea typeface="+mn-ea"/>
              <a:cs typeface="+mn-cs"/>
            </a:endParaRPr>
          </a:p>
        </p:txBody>
      </p:sp>
      <p:sp>
        <p:nvSpPr>
          <p:cNvPr id="6" name="Oval 5"/>
          <p:cNvSpPr/>
          <p:nvPr/>
        </p:nvSpPr>
        <p:spPr>
          <a:xfrm>
            <a:off x="8083001" y="2264229"/>
            <a:ext cx="662473" cy="62515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rial"/>
              <a:ea typeface="+mn-ea"/>
              <a:cs typeface="+mn-cs"/>
            </a:endParaRPr>
          </a:p>
        </p:txBody>
      </p:sp>
      <p:sp>
        <p:nvSpPr>
          <p:cNvPr id="7" name="Oval 6"/>
          <p:cNvSpPr/>
          <p:nvPr/>
        </p:nvSpPr>
        <p:spPr>
          <a:xfrm>
            <a:off x="9821606" y="1494907"/>
            <a:ext cx="662473" cy="625151"/>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solidFill>
                <a:effectLst/>
                <a:uLnTx/>
                <a:uFillTx/>
                <a:latin typeface="Arial"/>
                <a:ea typeface="+mn-ea"/>
                <a:cs typeface="+mn-cs"/>
              </a:rPr>
              <a:t>u</a:t>
            </a:r>
          </a:p>
        </p:txBody>
      </p:sp>
      <p:cxnSp>
        <p:nvCxnSpPr>
          <p:cNvPr id="4" name="Straight Arrow Connector 3"/>
          <p:cNvCxnSpPr>
            <a:stCxn id="2" idx="6"/>
            <a:endCxn id="7" idx="2"/>
          </p:cNvCxnSpPr>
          <p:nvPr/>
        </p:nvCxnSpPr>
        <p:spPr>
          <a:xfrm>
            <a:off x="8708152" y="1074576"/>
            <a:ext cx="1113454" cy="7329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p:cNvCxnSpPr>
            <a:stCxn id="6" idx="6"/>
            <a:endCxn id="7" idx="2"/>
          </p:cNvCxnSpPr>
          <p:nvPr/>
        </p:nvCxnSpPr>
        <p:spPr>
          <a:xfrm flipV="1">
            <a:off x="8745474" y="1807483"/>
            <a:ext cx="1076132" cy="76932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1" name="TextBox 10"/>
          <p:cNvSpPr txBox="1"/>
          <p:nvPr/>
        </p:nvSpPr>
        <p:spPr>
          <a:xfrm rot="19336384">
            <a:off x="8898834" y="2211552"/>
            <a:ext cx="101822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backlink</a:t>
            </a:r>
          </a:p>
        </p:txBody>
      </p:sp>
      <p:sp>
        <p:nvSpPr>
          <p:cNvPr id="15" name="TextBox 14"/>
          <p:cNvSpPr txBox="1"/>
          <p:nvPr/>
        </p:nvSpPr>
        <p:spPr>
          <a:xfrm rot="2020791">
            <a:off x="8861511" y="1081868"/>
            <a:ext cx="101822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backlink</a:t>
            </a:r>
          </a:p>
        </p:txBody>
      </p:sp>
      <mc:AlternateContent xmlns:mc="http://schemas.openxmlformats.org/markup-compatibility/2006" xmlns:a14="http://schemas.microsoft.com/office/drawing/2010/main">
        <mc:Choice Requires="a14">
          <p:sp>
            <p:nvSpPr>
              <p:cNvPr id="3" name="TextBox 2"/>
              <p:cNvSpPr txBox="1"/>
              <p:nvPr/>
            </p:nvSpPr>
            <p:spPr>
              <a:xfrm>
                <a:off x="1503417" y="1231641"/>
                <a:ext cx="4403257" cy="158081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IN" sz="40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𝑅</m:t>
                      </m:r>
                      <m:d>
                        <m:dPr>
                          <m:ctrlPr>
                            <a:rPr kumimoji="0" lang="en-IN" sz="40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ctrlPr>
                        </m:dPr>
                        <m:e>
                          <m:r>
                            <a:rPr kumimoji="0" lang="en-IN" sz="40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𝑢</m:t>
                          </m:r>
                        </m:e>
                      </m:d>
                      <m:r>
                        <a:rPr kumimoji="0" lang="en-IN" sz="40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m:t>
                      </m:r>
                      <m:r>
                        <a:rPr kumimoji="0" lang="en-IN" sz="40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𝑐</m:t>
                      </m:r>
                      <m:r>
                        <a:rPr kumimoji="0" lang="en-IN" sz="40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 </m:t>
                      </m:r>
                      <m:nary>
                        <m:naryPr>
                          <m:chr m:val="∑"/>
                          <m:supHide m:val="on"/>
                          <m:ctrlPr>
                            <a:rPr kumimoji="0" lang="en-IN" sz="40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ctrlPr>
                        </m:naryPr>
                        <m:sub>
                          <m:r>
                            <m:rPr>
                              <m:brk m:alnAt="7"/>
                            </m:rPr>
                            <a:rPr kumimoji="0" lang="en-IN" sz="40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𝑣</m:t>
                          </m:r>
                          <m:r>
                            <a:rPr kumimoji="0" lang="en-IN" sz="40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m:t>
                          </m:r>
                          <m:sSub>
                            <m:sSubPr>
                              <m:ctrlPr>
                                <a:rPr kumimoji="0" lang="en-IN" sz="40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ctrlPr>
                            </m:sSubPr>
                            <m:e>
                              <m:r>
                                <a:rPr kumimoji="0" lang="en-IN" sz="40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𝐵</m:t>
                              </m:r>
                            </m:e>
                            <m:sub>
                              <m:r>
                                <a:rPr kumimoji="0" lang="en-IN" sz="40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𝑢</m:t>
                              </m:r>
                            </m:sub>
                          </m:sSub>
                        </m:sub>
                        <m:sup/>
                        <m:e>
                          <m:f>
                            <m:fPr>
                              <m:ctrlPr>
                                <a:rPr kumimoji="0" lang="en-IN" sz="40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ctrlPr>
                            </m:fPr>
                            <m:num>
                              <m:r>
                                <a:rPr kumimoji="0" lang="en-IN" sz="40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𝑅</m:t>
                              </m:r>
                              <m:d>
                                <m:dPr>
                                  <m:ctrlPr>
                                    <a:rPr kumimoji="0" lang="en-IN" sz="40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ctrlPr>
                                </m:dPr>
                                <m:e>
                                  <m:r>
                                    <a:rPr kumimoji="0" lang="en-IN" sz="40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𝑣</m:t>
                                  </m:r>
                                </m:e>
                              </m:d>
                            </m:num>
                            <m:den>
                              <m:sSub>
                                <m:sSubPr>
                                  <m:ctrlPr>
                                    <a:rPr kumimoji="0" lang="en-IN" sz="40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ctrlPr>
                                </m:sSubPr>
                                <m:e>
                                  <m:r>
                                    <a:rPr kumimoji="0" lang="en-IN" sz="40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𝑁</m:t>
                                  </m:r>
                                </m:e>
                                <m:sub>
                                  <m:r>
                                    <a:rPr kumimoji="0" lang="en-IN" sz="40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𝑣</m:t>
                                  </m:r>
                                </m:sub>
                              </m:sSub>
                            </m:den>
                          </m:f>
                        </m:e>
                      </m:nary>
                    </m:oMath>
                  </m:oMathPara>
                </a14:m>
                <a:endParaRPr kumimoji="0" lang="en-IN" sz="4000" b="0" i="0" u="none" strike="noStrike" kern="1200" cap="none" spc="0" normalizeH="0" baseline="0" noProof="0" dirty="0">
                  <a:ln>
                    <a:noFill/>
                  </a:ln>
                  <a:solidFill>
                    <a:srgbClr val="0070C0"/>
                  </a:solidFill>
                  <a:effectLst/>
                  <a:uLnTx/>
                  <a:uFillTx/>
                  <a:latin typeface="Arial"/>
                  <a:ea typeface="+mn-ea"/>
                  <a:cs typeface="+mn-cs"/>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1503417" y="1231641"/>
                <a:ext cx="4403257" cy="1580817"/>
              </a:xfrm>
              <a:prstGeom prst="rect">
                <a:avLst/>
              </a:prstGeom>
              <a:blipFill>
                <a:blip r:embed="rId2"/>
                <a:stretch>
                  <a:fillRect/>
                </a:stretch>
              </a:blipFill>
            </p:spPr>
            <p:txBody>
              <a:bodyPr/>
              <a:lstStyle/>
              <a:p>
                <a:r>
                  <a:rPr lang="en-IN">
                    <a:noFill/>
                  </a:rPr>
                  <a:t> </a:t>
                </a:r>
              </a:p>
            </p:txBody>
          </p:sp>
        </mc:Fallback>
      </mc:AlternateContent>
      <p:sp>
        <p:nvSpPr>
          <p:cNvPr id="5" name="TextBox 4">
            <a:extLst>
              <a:ext uri="{FF2B5EF4-FFF2-40B4-BE49-F238E27FC236}">
                <a16:creationId xmlns:a16="http://schemas.microsoft.com/office/drawing/2014/main" id="{717FEDE8-CD66-1ED1-F247-83F94FDDBBC5}"/>
              </a:ext>
            </a:extLst>
          </p:cNvPr>
          <p:cNvSpPr txBox="1"/>
          <p:nvPr/>
        </p:nvSpPr>
        <p:spPr>
          <a:xfrm>
            <a:off x="2699315" y="3123513"/>
            <a:ext cx="9365673" cy="923330"/>
          </a:xfrm>
          <a:prstGeom prst="rect">
            <a:avLst/>
          </a:prstGeom>
          <a:noFill/>
        </p:spPr>
        <p:txBody>
          <a:bodyPr wrap="square" rtlCol="0">
            <a:spAutoFit/>
          </a:bodyPr>
          <a:lstStyle/>
          <a:p>
            <a:r>
              <a:rPr lang="en-US" dirty="0"/>
              <a:t>Page Rank Score of node ‘u’ </a:t>
            </a:r>
          </a:p>
          <a:p>
            <a:r>
              <a:rPr lang="en-US" dirty="0"/>
              <a:t> = c * summation of (page rank score of node ‘v’ / num of forward links of node ‘v’ ) </a:t>
            </a:r>
          </a:p>
          <a:p>
            <a:r>
              <a:rPr lang="en-US" dirty="0"/>
              <a:t>Where summation is over all nodes ‘v’ which are giving backlinks to ‘u’</a:t>
            </a:r>
          </a:p>
        </p:txBody>
      </p:sp>
    </p:spTree>
    <p:extLst>
      <p:ext uri="{BB962C8B-B14F-4D97-AF65-F5344CB8AC3E}">
        <p14:creationId xmlns:p14="http://schemas.microsoft.com/office/powerpoint/2010/main" val="3025958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324268" y="149290"/>
            <a:ext cx="8294688" cy="670757"/>
          </a:xfrm>
        </p:spPr>
        <p:txBody>
          <a:bodyPr/>
          <a:lstStyle/>
          <a:p>
            <a:pPr eaLnBrk="1" hangingPunct="1"/>
            <a:r>
              <a:rPr lang="en-US" altLang="zh-CN" sz="3600" dirty="0">
                <a:solidFill>
                  <a:srgbClr val="00B050"/>
                </a:solidFill>
                <a:ea typeface="宋体" panose="02010600030101010101" pitchFamily="2" charset="-122"/>
              </a:rPr>
              <a:t>An example of Simplified PageRank</a:t>
            </a:r>
          </a:p>
        </p:txBody>
      </p:sp>
      <p:pic>
        <p:nvPicPr>
          <p:cNvPr id="9219"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1451" y="1182688"/>
            <a:ext cx="3490913" cy="306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24650" y="2768601"/>
            <a:ext cx="2667000" cy="138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1" name="Picture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43701" y="1131888"/>
            <a:ext cx="2466975" cy="150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2"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24338" y="4348164"/>
            <a:ext cx="3695700"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23" name="TextBox 5"/>
          <p:cNvSpPr txBox="1">
            <a:spLocks noChangeArrowheads="1"/>
          </p:cNvSpPr>
          <p:nvPr/>
        </p:nvSpPr>
        <p:spPr bwMode="auto">
          <a:xfrm>
            <a:off x="3013076" y="5991226"/>
            <a:ext cx="63785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a:solidFill>
                  <a:schemeClr val="tx1"/>
                </a:solidFill>
                <a:latin typeface="Arial" panose="020B0604020202020204" pitchFamily="34" charset="0"/>
              </a:defRPr>
            </a:lvl1pPr>
            <a:lvl2pPr marL="742950" indent="-285750" eaLnBrk="0" hangingPunct="0">
              <a:defRPr sz="4400">
                <a:solidFill>
                  <a:schemeClr val="tx1"/>
                </a:solidFill>
                <a:latin typeface="Arial" panose="020B0604020202020204" pitchFamily="34" charset="0"/>
              </a:defRPr>
            </a:lvl2pPr>
            <a:lvl3pPr marL="1143000" indent="-228600" eaLnBrk="0" hangingPunct="0">
              <a:defRPr sz="4400">
                <a:solidFill>
                  <a:schemeClr val="tx1"/>
                </a:solidFill>
                <a:latin typeface="Arial" panose="020B0604020202020204" pitchFamily="34" charset="0"/>
              </a:defRPr>
            </a:lvl3pPr>
            <a:lvl4pPr marL="1600200" indent="-228600" eaLnBrk="0" hangingPunct="0">
              <a:defRPr sz="4400">
                <a:solidFill>
                  <a:schemeClr val="tx1"/>
                </a:solidFill>
                <a:latin typeface="Arial" panose="020B0604020202020204" pitchFamily="34" charset="0"/>
              </a:defRPr>
            </a:lvl4pPr>
            <a:lvl5pPr marL="2057400" indent="-228600" eaLnBrk="0" hangingPunct="0">
              <a:defRPr sz="4400">
                <a:solidFill>
                  <a:schemeClr val="tx1"/>
                </a:solidFill>
                <a:latin typeface="Arial" panose="020B0604020202020204" pitchFamily="34" charset="0"/>
              </a:defRPr>
            </a:lvl5pPr>
            <a:lvl6pPr marL="2514600" indent="-228600" eaLnBrk="0" fontAlgn="base" hangingPunct="0">
              <a:spcBef>
                <a:spcPct val="0"/>
              </a:spcBef>
              <a:spcAft>
                <a:spcPct val="0"/>
              </a:spcAft>
              <a:defRPr sz="4400">
                <a:solidFill>
                  <a:schemeClr val="tx1"/>
                </a:solidFill>
                <a:latin typeface="Arial" panose="020B0604020202020204" pitchFamily="34" charset="0"/>
              </a:defRPr>
            </a:lvl6pPr>
            <a:lvl7pPr marL="2971800" indent="-228600" eaLnBrk="0" fontAlgn="base" hangingPunct="0">
              <a:spcBef>
                <a:spcPct val="0"/>
              </a:spcBef>
              <a:spcAft>
                <a:spcPct val="0"/>
              </a:spcAft>
              <a:defRPr sz="4400">
                <a:solidFill>
                  <a:schemeClr val="tx1"/>
                </a:solidFill>
                <a:latin typeface="Arial" panose="020B0604020202020204" pitchFamily="34" charset="0"/>
              </a:defRPr>
            </a:lvl7pPr>
            <a:lvl8pPr marL="3429000" indent="-228600" eaLnBrk="0" fontAlgn="base" hangingPunct="0">
              <a:spcBef>
                <a:spcPct val="0"/>
              </a:spcBef>
              <a:spcAft>
                <a:spcPct val="0"/>
              </a:spcAft>
              <a:defRPr sz="4400">
                <a:solidFill>
                  <a:schemeClr val="tx1"/>
                </a:solidFill>
                <a:latin typeface="Arial" panose="020B0604020202020204" pitchFamily="34" charset="0"/>
              </a:defRPr>
            </a:lvl8pPr>
            <a:lvl9pPr marL="3886200" indent="-228600" eaLnBrk="0" fontAlgn="base" hangingPunct="0">
              <a:spcBef>
                <a:spcPct val="0"/>
              </a:spcBef>
              <a:spcAft>
                <a:spcPct val="0"/>
              </a:spcAft>
              <a:defRPr sz="44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Century Schoolbook" panose="02040604050505020304" pitchFamily="18" charset="0"/>
                <a:ea typeface="宋体" panose="02010600030101010101" pitchFamily="2" charset="-122"/>
                <a:cs typeface="+mn-cs"/>
              </a:rPr>
              <a:t>PageRank Calculation: first iteration</a:t>
            </a:r>
          </a:p>
        </p:txBody>
      </p:sp>
      <p:sp>
        <p:nvSpPr>
          <p:cNvPr id="2" name="TextBox 1"/>
          <p:cNvSpPr txBox="1"/>
          <p:nvPr/>
        </p:nvSpPr>
        <p:spPr>
          <a:xfrm>
            <a:off x="3863342" y="2843246"/>
            <a:ext cx="360996"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dirty="0">
                <a:ln>
                  <a:noFill/>
                </a:ln>
                <a:solidFill>
                  <a:prstClr val="black"/>
                </a:solidFill>
                <a:effectLst/>
                <a:uLnTx/>
                <a:uFillTx/>
                <a:latin typeface="Arial"/>
                <a:ea typeface="+mn-ea"/>
                <a:cs typeface="+mn-cs"/>
              </a:rPr>
              <a:t>1/2</a:t>
            </a:r>
          </a:p>
        </p:txBody>
      </p:sp>
      <p:sp>
        <p:nvSpPr>
          <p:cNvPr id="3" name="TextBox 2">
            <a:extLst>
              <a:ext uri="{FF2B5EF4-FFF2-40B4-BE49-F238E27FC236}">
                <a16:creationId xmlns:a16="http://schemas.microsoft.com/office/drawing/2014/main" id="{B7197614-FEEA-0B50-6835-6B2D3F179C57}"/>
              </a:ext>
            </a:extLst>
          </p:cNvPr>
          <p:cNvSpPr txBox="1"/>
          <p:nvPr/>
        </p:nvSpPr>
        <p:spPr>
          <a:xfrm>
            <a:off x="88899" y="635914"/>
            <a:ext cx="2711450" cy="5970865"/>
          </a:xfrm>
          <a:prstGeom prst="rect">
            <a:avLst/>
          </a:prstGeom>
          <a:noFill/>
        </p:spPr>
        <p:txBody>
          <a:bodyPr wrap="square" rtlCol="0">
            <a:spAutoFit/>
          </a:bodyPr>
          <a:lstStyle/>
          <a:p>
            <a:r>
              <a:rPr lang="en-US" sz="1400" dirty="0"/>
              <a:t>The numbers just beside the link represent the transition probability.</a:t>
            </a:r>
          </a:p>
          <a:p>
            <a:r>
              <a:rPr lang="en-US" sz="1400" dirty="0"/>
              <a:t>Going from Yahoo to Yahoo has  the conditional probability </a:t>
            </a:r>
          </a:p>
          <a:p>
            <a:r>
              <a:rPr lang="en-US" sz="1400" dirty="0"/>
              <a:t>= ½</a:t>
            </a:r>
          </a:p>
          <a:p>
            <a:endParaRPr lang="en-US" sz="1400" dirty="0"/>
          </a:p>
          <a:p>
            <a:r>
              <a:rPr lang="en-US" sz="1400" dirty="0"/>
              <a:t>From Amazon we have 2 </a:t>
            </a:r>
            <a:r>
              <a:rPr lang="en-US" sz="1400" dirty="0" err="1"/>
              <a:t>outlinks</a:t>
            </a:r>
            <a:r>
              <a:rPr lang="en-US" sz="1400" dirty="0"/>
              <a:t>, so we divide it as ½ and ½ </a:t>
            </a:r>
          </a:p>
          <a:p>
            <a:endParaRPr lang="en-US" sz="1400" dirty="0"/>
          </a:p>
          <a:p>
            <a:r>
              <a:rPr lang="en-US" sz="1400" dirty="0"/>
              <a:t>Microsoft just has 1 </a:t>
            </a:r>
            <a:r>
              <a:rPr lang="en-US" sz="1400" dirty="0" err="1"/>
              <a:t>outlink</a:t>
            </a:r>
            <a:r>
              <a:rPr lang="en-US" sz="1400" dirty="0"/>
              <a:t> pointing to </a:t>
            </a:r>
            <a:r>
              <a:rPr lang="en-US" sz="1400" dirty="0" err="1"/>
              <a:t>Amazon.Once</a:t>
            </a:r>
            <a:r>
              <a:rPr lang="en-US" sz="1400" dirty="0"/>
              <a:t> we are in Microsoft there is just one way to come out of Microsoft that is via a single </a:t>
            </a:r>
            <a:r>
              <a:rPr lang="en-US" sz="1400" dirty="0" err="1"/>
              <a:t>outlink</a:t>
            </a:r>
            <a:r>
              <a:rPr lang="en-US" sz="1400" dirty="0"/>
              <a:t>.</a:t>
            </a:r>
          </a:p>
          <a:p>
            <a:r>
              <a:rPr lang="en-US" sz="1400" dirty="0"/>
              <a:t>Once we have such a graph then we need to come up with</a:t>
            </a:r>
          </a:p>
          <a:p>
            <a:r>
              <a:rPr lang="en-US" sz="1400" dirty="0"/>
              <a:t>Transitional probability matrix.</a:t>
            </a:r>
          </a:p>
          <a:p>
            <a:r>
              <a:rPr lang="en-US" sz="1400" dirty="0"/>
              <a:t>Transitional Probability matrix is column wise, if we take summation of all elements lying along one particular column then it would sum up to 1. We want to figure out page rank score for Yahoo, Amazon and Microsoft.  </a:t>
            </a:r>
          </a:p>
        </p:txBody>
      </p:sp>
      <p:sp>
        <p:nvSpPr>
          <p:cNvPr id="4" name="TextBox 3">
            <a:extLst>
              <a:ext uri="{FF2B5EF4-FFF2-40B4-BE49-F238E27FC236}">
                <a16:creationId xmlns:a16="http://schemas.microsoft.com/office/drawing/2014/main" id="{D2689FFD-DC00-D156-3E64-D70A820304DB}"/>
              </a:ext>
            </a:extLst>
          </p:cNvPr>
          <p:cNvSpPr txBox="1"/>
          <p:nvPr/>
        </p:nvSpPr>
        <p:spPr>
          <a:xfrm>
            <a:off x="9210676" y="1422698"/>
            <a:ext cx="2667000" cy="923330"/>
          </a:xfrm>
          <a:prstGeom prst="rect">
            <a:avLst/>
          </a:prstGeom>
          <a:noFill/>
        </p:spPr>
        <p:txBody>
          <a:bodyPr wrap="square" rtlCol="0">
            <a:spAutoFit/>
          </a:bodyPr>
          <a:lstStyle/>
          <a:p>
            <a:r>
              <a:rPr lang="en-US" dirty="0"/>
              <a:t>This is Transitional Probability matrix which is column wise</a:t>
            </a:r>
          </a:p>
        </p:txBody>
      </p:sp>
      <p:sp>
        <p:nvSpPr>
          <p:cNvPr id="5" name="TextBox 4">
            <a:extLst>
              <a:ext uri="{FF2B5EF4-FFF2-40B4-BE49-F238E27FC236}">
                <a16:creationId xmlns:a16="http://schemas.microsoft.com/office/drawing/2014/main" id="{F2AEC77E-D023-171A-247E-1A61F7F69C1D}"/>
              </a:ext>
            </a:extLst>
          </p:cNvPr>
          <p:cNvSpPr txBox="1"/>
          <p:nvPr/>
        </p:nvSpPr>
        <p:spPr>
          <a:xfrm>
            <a:off x="9391650" y="3089467"/>
            <a:ext cx="2785110" cy="3600986"/>
          </a:xfrm>
          <a:prstGeom prst="rect">
            <a:avLst/>
          </a:prstGeom>
          <a:noFill/>
        </p:spPr>
        <p:txBody>
          <a:bodyPr wrap="square" rtlCol="0">
            <a:spAutoFit/>
          </a:bodyPr>
          <a:lstStyle/>
          <a:p>
            <a:r>
              <a:rPr lang="en-US" sz="1400" dirty="0"/>
              <a:t>Initially since we don’t have page rank values we will initialize values to be 1/3, 1/3 , 1/3</a:t>
            </a:r>
          </a:p>
          <a:p>
            <a:endParaRPr lang="en-US" sz="1400" dirty="0"/>
          </a:p>
          <a:p>
            <a:r>
              <a:rPr lang="en-US" sz="1400" dirty="0"/>
              <a:t>Idea behind initial guess : </a:t>
            </a:r>
          </a:p>
          <a:p>
            <a:r>
              <a:rPr lang="en-US" sz="1400" dirty="0"/>
              <a:t>Since we have 3 webpages in the </a:t>
            </a:r>
            <a:r>
              <a:rPr lang="en-US" sz="1400" dirty="0" err="1"/>
              <a:t>webgraph</a:t>
            </a:r>
            <a:r>
              <a:rPr lang="en-US" sz="1400" dirty="0"/>
              <a:t>, assuming total page rank score value = 1, so for 3 webpages we can uniformly distribute the page rank score, so after uniform distribution of page rank score to all the 3 pages we get the initial value of page rank score as 1/3 for each of the webpages.</a:t>
            </a:r>
          </a:p>
          <a:p>
            <a:endParaRPr lang="en-US" dirty="0"/>
          </a:p>
        </p:txBody>
      </p:sp>
    </p:spTree>
    <p:extLst>
      <p:ext uri="{BB962C8B-B14F-4D97-AF65-F5344CB8AC3E}">
        <p14:creationId xmlns:p14="http://schemas.microsoft.com/office/powerpoint/2010/main" val="2465040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464321" y="171093"/>
            <a:ext cx="8294688" cy="640670"/>
          </a:xfrm>
        </p:spPr>
        <p:txBody>
          <a:bodyPr/>
          <a:lstStyle/>
          <a:p>
            <a:pPr eaLnBrk="1" hangingPunct="1"/>
            <a:r>
              <a:rPr lang="en-US" altLang="zh-CN" sz="3600" dirty="0">
                <a:solidFill>
                  <a:srgbClr val="00B050"/>
                </a:solidFill>
                <a:ea typeface="宋体" panose="02010600030101010101" pitchFamily="2" charset="-122"/>
              </a:rPr>
              <a:t>An example of Simplified PageRank</a:t>
            </a:r>
          </a:p>
        </p:txBody>
      </p:sp>
      <p:sp>
        <p:nvSpPr>
          <p:cNvPr id="10243" name="TextBox 5"/>
          <p:cNvSpPr txBox="1">
            <a:spLocks noChangeArrowheads="1"/>
          </p:cNvSpPr>
          <p:nvPr/>
        </p:nvSpPr>
        <p:spPr bwMode="auto">
          <a:xfrm>
            <a:off x="2706826" y="6106564"/>
            <a:ext cx="6965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a:solidFill>
                  <a:schemeClr val="tx1"/>
                </a:solidFill>
                <a:latin typeface="Arial" panose="020B0604020202020204" pitchFamily="34" charset="0"/>
              </a:defRPr>
            </a:lvl1pPr>
            <a:lvl2pPr marL="742950" indent="-285750" eaLnBrk="0" hangingPunct="0">
              <a:defRPr sz="4400">
                <a:solidFill>
                  <a:schemeClr val="tx1"/>
                </a:solidFill>
                <a:latin typeface="Arial" panose="020B0604020202020204" pitchFamily="34" charset="0"/>
              </a:defRPr>
            </a:lvl2pPr>
            <a:lvl3pPr marL="1143000" indent="-228600" eaLnBrk="0" hangingPunct="0">
              <a:defRPr sz="4400">
                <a:solidFill>
                  <a:schemeClr val="tx1"/>
                </a:solidFill>
                <a:latin typeface="Arial" panose="020B0604020202020204" pitchFamily="34" charset="0"/>
              </a:defRPr>
            </a:lvl3pPr>
            <a:lvl4pPr marL="1600200" indent="-228600" eaLnBrk="0" hangingPunct="0">
              <a:defRPr sz="4400">
                <a:solidFill>
                  <a:schemeClr val="tx1"/>
                </a:solidFill>
                <a:latin typeface="Arial" panose="020B0604020202020204" pitchFamily="34" charset="0"/>
              </a:defRPr>
            </a:lvl4pPr>
            <a:lvl5pPr marL="2057400" indent="-228600" eaLnBrk="0" hangingPunct="0">
              <a:defRPr sz="4400">
                <a:solidFill>
                  <a:schemeClr val="tx1"/>
                </a:solidFill>
                <a:latin typeface="Arial" panose="020B0604020202020204" pitchFamily="34" charset="0"/>
              </a:defRPr>
            </a:lvl5pPr>
            <a:lvl6pPr marL="2514600" indent="-228600" eaLnBrk="0" fontAlgn="base" hangingPunct="0">
              <a:spcBef>
                <a:spcPct val="0"/>
              </a:spcBef>
              <a:spcAft>
                <a:spcPct val="0"/>
              </a:spcAft>
              <a:defRPr sz="4400">
                <a:solidFill>
                  <a:schemeClr val="tx1"/>
                </a:solidFill>
                <a:latin typeface="Arial" panose="020B0604020202020204" pitchFamily="34" charset="0"/>
              </a:defRPr>
            </a:lvl6pPr>
            <a:lvl7pPr marL="2971800" indent="-228600" eaLnBrk="0" fontAlgn="base" hangingPunct="0">
              <a:spcBef>
                <a:spcPct val="0"/>
              </a:spcBef>
              <a:spcAft>
                <a:spcPct val="0"/>
              </a:spcAft>
              <a:defRPr sz="4400">
                <a:solidFill>
                  <a:schemeClr val="tx1"/>
                </a:solidFill>
                <a:latin typeface="Arial" panose="020B0604020202020204" pitchFamily="34" charset="0"/>
              </a:defRPr>
            </a:lvl7pPr>
            <a:lvl8pPr marL="3429000" indent="-228600" eaLnBrk="0" fontAlgn="base" hangingPunct="0">
              <a:spcBef>
                <a:spcPct val="0"/>
              </a:spcBef>
              <a:spcAft>
                <a:spcPct val="0"/>
              </a:spcAft>
              <a:defRPr sz="4400">
                <a:solidFill>
                  <a:schemeClr val="tx1"/>
                </a:solidFill>
                <a:latin typeface="Arial" panose="020B0604020202020204" pitchFamily="34" charset="0"/>
              </a:defRPr>
            </a:lvl8pPr>
            <a:lvl9pPr marL="3886200" indent="-228600" eaLnBrk="0" fontAlgn="base" hangingPunct="0">
              <a:spcBef>
                <a:spcPct val="0"/>
              </a:spcBef>
              <a:spcAft>
                <a:spcPct val="0"/>
              </a:spcAft>
              <a:defRPr sz="44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Century Schoolbook" panose="02040604050505020304" pitchFamily="18" charset="0"/>
                <a:ea typeface="宋体" panose="02010600030101010101" pitchFamily="2" charset="-122"/>
                <a:cs typeface="+mn-cs"/>
              </a:rPr>
              <a:t>PageRank Calculation: second iteration</a:t>
            </a:r>
          </a:p>
        </p:txBody>
      </p:sp>
      <p:pic>
        <p:nvPicPr>
          <p:cNvPr id="10244"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1450" y="1182689"/>
            <a:ext cx="3219450" cy="282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5"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24650" y="2768601"/>
            <a:ext cx="2667000" cy="138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6" name="Picture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43701" y="1131888"/>
            <a:ext cx="2466975" cy="150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7"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06864" y="4400551"/>
            <a:ext cx="3933825" cy="147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8"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1451" y="1182688"/>
            <a:ext cx="3490913" cy="306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946078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10409" y="236192"/>
            <a:ext cx="8294688" cy="636742"/>
          </a:xfrm>
        </p:spPr>
        <p:txBody>
          <a:bodyPr/>
          <a:lstStyle/>
          <a:p>
            <a:pPr eaLnBrk="1" hangingPunct="1"/>
            <a:r>
              <a:rPr lang="en-US" altLang="zh-CN" sz="4000" dirty="0">
                <a:solidFill>
                  <a:srgbClr val="00B050"/>
                </a:solidFill>
                <a:ea typeface="宋体" panose="02010600030101010101" pitchFamily="2" charset="-122"/>
              </a:rPr>
              <a:t>An example of Simplified PageRank</a:t>
            </a:r>
          </a:p>
        </p:txBody>
      </p:sp>
      <p:sp>
        <p:nvSpPr>
          <p:cNvPr id="11267" name="TextBox 5"/>
          <p:cNvSpPr txBox="1">
            <a:spLocks noChangeArrowheads="1"/>
          </p:cNvSpPr>
          <p:nvPr/>
        </p:nvSpPr>
        <p:spPr bwMode="auto">
          <a:xfrm>
            <a:off x="3013076" y="5991226"/>
            <a:ext cx="63785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a:solidFill>
                  <a:schemeClr val="tx1"/>
                </a:solidFill>
                <a:latin typeface="Arial" panose="020B0604020202020204" pitchFamily="34" charset="0"/>
              </a:defRPr>
            </a:lvl1pPr>
            <a:lvl2pPr marL="742950" indent="-285750" eaLnBrk="0" hangingPunct="0">
              <a:defRPr sz="4400">
                <a:solidFill>
                  <a:schemeClr val="tx1"/>
                </a:solidFill>
                <a:latin typeface="Arial" panose="020B0604020202020204" pitchFamily="34" charset="0"/>
              </a:defRPr>
            </a:lvl2pPr>
            <a:lvl3pPr marL="1143000" indent="-228600" eaLnBrk="0" hangingPunct="0">
              <a:defRPr sz="4400">
                <a:solidFill>
                  <a:schemeClr val="tx1"/>
                </a:solidFill>
                <a:latin typeface="Arial" panose="020B0604020202020204" pitchFamily="34" charset="0"/>
              </a:defRPr>
            </a:lvl3pPr>
            <a:lvl4pPr marL="1600200" indent="-228600" eaLnBrk="0" hangingPunct="0">
              <a:defRPr sz="4400">
                <a:solidFill>
                  <a:schemeClr val="tx1"/>
                </a:solidFill>
                <a:latin typeface="Arial" panose="020B0604020202020204" pitchFamily="34" charset="0"/>
              </a:defRPr>
            </a:lvl4pPr>
            <a:lvl5pPr marL="2057400" indent="-228600" eaLnBrk="0" hangingPunct="0">
              <a:defRPr sz="4400">
                <a:solidFill>
                  <a:schemeClr val="tx1"/>
                </a:solidFill>
                <a:latin typeface="Arial" panose="020B0604020202020204" pitchFamily="34" charset="0"/>
              </a:defRPr>
            </a:lvl5pPr>
            <a:lvl6pPr marL="2514600" indent="-228600" eaLnBrk="0" fontAlgn="base" hangingPunct="0">
              <a:spcBef>
                <a:spcPct val="0"/>
              </a:spcBef>
              <a:spcAft>
                <a:spcPct val="0"/>
              </a:spcAft>
              <a:defRPr sz="4400">
                <a:solidFill>
                  <a:schemeClr val="tx1"/>
                </a:solidFill>
                <a:latin typeface="Arial" panose="020B0604020202020204" pitchFamily="34" charset="0"/>
              </a:defRPr>
            </a:lvl6pPr>
            <a:lvl7pPr marL="2971800" indent="-228600" eaLnBrk="0" fontAlgn="base" hangingPunct="0">
              <a:spcBef>
                <a:spcPct val="0"/>
              </a:spcBef>
              <a:spcAft>
                <a:spcPct val="0"/>
              </a:spcAft>
              <a:defRPr sz="4400">
                <a:solidFill>
                  <a:schemeClr val="tx1"/>
                </a:solidFill>
                <a:latin typeface="Arial" panose="020B0604020202020204" pitchFamily="34" charset="0"/>
              </a:defRPr>
            </a:lvl7pPr>
            <a:lvl8pPr marL="3429000" indent="-228600" eaLnBrk="0" fontAlgn="base" hangingPunct="0">
              <a:spcBef>
                <a:spcPct val="0"/>
              </a:spcBef>
              <a:spcAft>
                <a:spcPct val="0"/>
              </a:spcAft>
              <a:defRPr sz="4400">
                <a:solidFill>
                  <a:schemeClr val="tx1"/>
                </a:solidFill>
                <a:latin typeface="Arial" panose="020B0604020202020204" pitchFamily="34" charset="0"/>
              </a:defRPr>
            </a:lvl8pPr>
            <a:lvl9pPr marL="3886200" indent="-228600" eaLnBrk="0" fontAlgn="base" hangingPunct="0">
              <a:spcBef>
                <a:spcPct val="0"/>
              </a:spcBef>
              <a:spcAft>
                <a:spcPct val="0"/>
              </a:spcAft>
              <a:defRPr sz="4400">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Century Schoolbook" panose="02040604050505020304" pitchFamily="18" charset="0"/>
                <a:ea typeface="宋体" panose="02010600030101010101" pitchFamily="2" charset="-122"/>
                <a:cs typeface="+mn-cs"/>
              </a:rPr>
              <a:t>Convergence after some iterations</a:t>
            </a:r>
          </a:p>
        </p:txBody>
      </p:sp>
      <p:pic>
        <p:nvPicPr>
          <p:cNvPr id="11268"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1450" y="1182689"/>
            <a:ext cx="3219450" cy="282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9"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24650" y="2768601"/>
            <a:ext cx="2667000" cy="138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70" name="Picture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43701" y="1131888"/>
            <a:ext cx="2466975" cy="150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71"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64014" y="4397375"/>
            <a:ext cx="3533775"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72"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1451" y="1182688"/>
            <a:ext cx="3490913" cy="306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id="{16154243-35CE-53B2-788C-79CFEB5AEFEF}"/>
              </a:ext>
            </a:extLst>
          </p:cNvPr>
          <p:cNvSpPr txBox="1"/>
          <p:nvPr/>
        </p:nvSpPr>
        <p:spPr>
          <a:xfrm>
            <a:off x="8131946" y="4397375"/>
            <a:ext cx="3675355" cy="1384995"/>
          </a:xfrm>
          <a:prstGeom prst="rect">
            <a:avLst/>
          </a:prstGeom>
          <a:noFill/>
        </p:spPr>
        <p:txBody>
          <a:bodyPr wrap="square" rtlCol="0">
            <a:spAutoFit/>
          </a:bodyPr>
          <a:lstStyle/>
          <a:p>
            <a:r>
              <a:rPr lang="en-US" sz="1400" dirty="0"/>
              <a:t>Convergence Criteria : </a:t>
            </a:r>
          </a:p>
          <a:p>
            <a:r>
              <a:rPr lang="en-US" sz="1400" dirty="0"/>
              <a:t>1&gt; We run the iterative algorithm of page rank for a fixed number of epochs</a:t>
            </a:r>
          </a:p>
          <a:p>
            <a:endParaRPr lang="en-US" sz="1400" dirty="0"/>
          </a:p>
          <a:p>
            <a:r>
              <a:rPr lang="en-US" sz="1400" dirty="0"/>
              <a:t>2&gt; R_(t+1) – </a:t>
            </a:r>
            <a:r>
              <a:rPr lang="en-US" sz="1400" dirty="0" err="1"/>
              <a:t>R_t</a:t>
            </a:r>
            <a:r>
              <a:rPr lang="en-US" sz="1400" dirty="0"/>
              <a:t> &lt;= epsilon </a:t>
            </a:r>
          </a:p>
          <a:p>
            <a:r>
              <a:rPr lang="en-US" sz="1400" dirty="0"/>
              <a:t>   where epsilon = 10^ (-6)</a:t>
            </a:r>
          </a:p>
        </p:txBody>
      </p:sp>
    </p:spTree>
    <p:extLst>
      <p:ext uri="{BB962C8B-B14F-4D97-AF65-F5344CB8AC3E}">
        <p14:creationId xmlns:p14="http://schemas.microsoft.com/office/powerpoint/2010/main" val="664945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130849" y="266030"/>
            <a:ext cx="10972800" cy="541214"/>
          </a:xfrm>
        </p:spPr>
        <p:txBody>
          <a:bodyPr/>
          <a:lstStyle/>
          <a:p>
            <a:pPr eaLnBrk="1" hangingPunct="1"/>
            <a:r>
              <a:rPr lang="en-US" altLang="zh-CN" sz="3600" dirty="0">
                <a:solidFill>
                  <a:srgbClr val="00B050"/>
                </a:solidFill>
                <a:ea typeface="宋体" panose="02010600030101010101" pitchFamily="2" charset="-122"/>
              </a:rPr>
              <a:t>A Problem with Simplified PageRank: Loop issue </a:t>
            </a:r>
          </a:p>
        </p:txBody>
      </p:sp>
      <p:sp>
        <p:nvSpPr>
          <p:cNvPr id="12293" name="TextBox 5"/>
          <p:cNvSpPr txBox="1">
            <a:spLocks noChangeArrowheads="1"/>
          </p:cNvSpPr>
          <p:nvPr/>
        </p:nvSpPr>
        <p:spPr bwMode="auto">
          <a:xfrm>
            <a:off x="2064625" y="5252842"/>
            <a:ext cx="7872477"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a:solidFill>
                  <a:schemeClr val="tx1"/>
                </a:solidFill>
                <a:latin typeface="Arial" panose="020B0604020202020204" pitchFamily="34" charset="0"/>
              </a:defRPr>
            </a:lvl1pPr>
            <a:lvl2pPr marL="742950" indent="-285750" eaLnBrk="0" hangingPunct="0">
              <a:defRPr sz="4400">
                <a:solidFill>
                  <a:schemeClr val="tx1"/>
                </a:solidFill>
                <a:latin typeface="Arial" panose="020B0604020202020204" pitchFamily="34" charset="0"/>
              </a:defRPr>
            </a:lvl2pPr>
            <a:lvl3pPr marL="1143000" indent="-228600" eaLnBrk="0" hangingPunct="0">
              <a:defRPr sz="4400">
                <a:solidFill>
                  <a:schemeClr val="tx1"/>
                </a:solidFill>
                <a:latin typeface="Arial" panose="020B0604020202020204" pitchFamily="34" charset="0"/>
              </a:defRPr>
            </a:lvl3pPr>
            <a:lvl4pPr marL="1600200" indent="-228600" eaLnBrk="0" hangingPunct="0">
              <a:defRPr sz="4400">
                <a:solidFill>
                  <a:schemeClr val="tx1"/>
                </a:solidFill>
                <a:latin typeface="Arial" panose="020B0604020202020204" pitchFamily="34" charset="0"/>
              </a:defRPr>
            </a:lvl4pPr>
            <a:lvl5pPr marL="2057400" indent="-228600" eaLnBrk="0" hangingPunct="0">
              <a:defRPr sz="4400">
                <a:solidFill>
                  <a:schemeClr val="tx1"/>
                </a:solidFill>
                <a:latin typeface="Arial" panose="020B0604020202020204" pitchFamily="34" charset="0"/>
              </a:defRPr>
            </a:lvl5pPr>
            <a:lvl6pPr marL="2514600" indent="-228600" eaLnBrk="0" fontAlgn="base" hangingPunct="0">
              <a:spcBef>
                <a:spcPct val="0"/>
              </a:spcBef>
              <a:spcAft>
                <a:spcPct val="0"/>
              </a:spcAft>
              <a:defRPr sz="4400">
                <a:solidFill>
                  <a:schemeClr val="tx1"/>
                </a:solidFill>
                <a:latin typeface="Arial" panose="020B0604020202020204" pitchFamily="34" charset="0"/>
              </a:defRPr>
            </a:lvl6pPr>
            <a:lvl7pPr marL="2971800" indent="-228600" eaLnBrk="0" fontAlgn="base" hangingPunct="0">
              <a:spcBef>
                <a:spcPct val="0"/>
              </a:spcBef>
              <a:spcAft>
                <a:spcPct val="0"/>
              </a:spcAft>
              <a:defRPr sz="4400">
                <a:solidFill>
                  <a:schemeClr val="tx1"/>
                </a:solidFill>
                <a:latin typeface="Arial" panose="020B0604020202020204" pitchFamily="34" charset="0"/>
              </a:defRPr>
            </a:lvl7pPr>
            <a:lvl8pPr marL="3429000" indent="-228600" eaLnBrk="0" fontAlgn="base" hangingPunct="0">
              <a:spcBef>
                <a:spcPct val="0"/>
              </a:spcBef>
              <a:spcAft>
                <a:spcPct val="0"/>
              </a:spcAft>
              <a:defRPr sz="4400">
                <a:solidFill>
                  <a:schemeClr val="tx1"/>
                </a:solidFill>
                <a:latin typeface="Arial" panose="020B0604020202020204" pitchFamily="34" charset="0"/>
              </a:defRPr>
            </a:lvl8pPr>
            <a:lvl9pPr marL="3886200" indent="-228600" eaLnBrk="0" fontAlgn="base" hangingPunct="0">
              <a:spcBef>
                <a:spcPct val="0"/>
              </a:spcBef>
              <a:spcAft>
                <a:spcPct val="0"/>
              </a:spcAft>
              <a:defRPr sz="44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600" b="0" i="0" u="none" strike="noStrike" kern="1200" cap="none" spc="0" normalizeH="0" baseline="0" noProof="0" dirty="0">
                <a:ln>
                  <a:noFill/>
                </a:ln>
                <a:solidFill>
                  <a:prstClr val="black"/>
                </a:solidFill>
                <a:effectLst/>
                <a:uLnTx/>
                <a:uFillTx/>
                <a:latin typeface="Century Schoolbook" panose="02040604050505020304" pitchFamily="18" charset="0"/>
                <a:ea typeface="宋体" panose="02010600030101010101" pitchFamily="2" charset="-122"/>
                <a:cs typeface="+mn-cs"/>
              </a:rPr>
              <a:t>During each iteration, the loop accumulates rank but does not distributes the rank to other pages!</a:t>
            </a:r>
          </a:p>
        </p:txBody>
      </p:sp>
      <p:sp>
        <p:nvSpPr>
          <p:cNvPr id="2" name="Rectangle 1"/>
          <p:cNvSpPr/>
          <p:nvPr/>
        </p:nvSpPr>
        <p:spPr>
          <a:xfrm>
            <a:off x="3559347" y="2453951"/>
            <a:ext cx="662473" cy="11521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rial"/>
              <a:ea typeface="+mn-ea"/>
              <a:cs typeface="+mn-cs"/>
            </a:endParaRPr>
          </a:p>
        </p:txBody>
      </p:sp>
      <p:sp>
        <p:nvSpPr>
          <p:cNvPr id="7" name="Rectangle 6"/>
          <p:cNvSpPr/>
          <p:nvPr/>
        </p:nvSpPr>
        <p:spPr>
          <a:xfrm>
            <a:off x="5195039" y="2453950"/>
            <a:ext cx="662473" cy="11521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rial"/>
              <a:ea typeface="+mn-ea"/>
              <a:cs typeface="+mn-cs"/>
            </a:endParaRPr>
          </a:p>
        </p:txBody>
      </p:sp>
      <p:sp>
        <p:nvSpPr>
          <p:cNvPr id="8" name="Rectangle 7"/>
          <p:cNvSpPr/>
          <p:nvPr/>
        </p:nvSpPr>
        <p:spPr>
          <a:xfrm>
            <a:off x="6830731" y="2453951"/>
            <a:ext cx="662473" cy="11521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rial"/>
              <a:ea typeface="+mn-ea"/>
              <a:cs typeface="+mn-cs"/>
            </a:endParaRPr>
          </a:p>
        </p:txBody>
      </p:sp>
      <p:cxnSp>
        <p:nvCxnSpPr>
          <p:cNvPr id="4" name="Straight Arrow Connector 3"/>
          <p:cNvCxnSpPr>
            <a:stCxn id="2" idx="3"/>
            <a:endCxn id="7" idx="1"/>
          </p:cNvCxnSpPr>
          <p:nvPr/>
        </p:nvCxnSpPr>
        <p:spPr>
          <a:xfrm flipV="1">
            <a:off x="4221820" y="3030043"/>
            <a:ext cx="973219"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 name="Straight Arrow Connector 5"/>
          <p:cNvCxnSpPr>
            <a:stCxn id="7" idx="3"/>
            <a:endCxn id="8" idx="1"/>
          </p:cNvCxnSpPr>
          <p:nvPr/>
        </p:nvCxnSpPr>
        <p:spPr>
          <a:xfrm>
            <a:off x="5857512" y="3030043"/>
            <a:ext cx="973219"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p:cNvCxnSpPr/>
          <p:nvPr/>
        </p:nvCxnSpPr>
        <p:spPr>
          <a:xfrm flipV="1">
            <a:off x="2624730" y="3544225"/>
            <a:ext cx="822649" cy="60789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2" name="Elbow Connector 21"/>
          <p:cNvCxnSpPr>
            <a:stCxn id="8" idx="3"/>
          </p:cNvCxnSpPr>
          <p:nvPr/>
        </p:nvCxnSpPr>
        <p:spPr>
          <a:xfrm flipH="1" flipV="1">
            <a:off x="3741294" y="1519482"/>
            <a:ext cx="3751910" cy="1510562"/>
          </a:xfrm>
          <a:prstGeom prst="bentConnector3">
            <a:avLst>
              <a:gd name="adj1" fmla="val -6093"/>
            </a:avLst>
          </a:prstGeom>
        </p:spPr>
        <p:style>
          <a:lnRef idx="3">
            <a:schemeClr val="dk1"/>
          </a:lnRef>
          <a:fillRef idx="0">
            <a:schemeClr val="dk1"/>
          </a:fillRef>
          <a:effectRef idx="2">
            <a:schemeClr val="dk1"/>
          </a:effectRef>
          <a:fontRef idx="minor">
            <a:schemeClr val="tx1"/>
          </a:fontRef>
        </p:style>
      </p:cxnSp>
      <p:cxnSp>
        <p:nvCxnSpPr>
          <p:cNvPr id="24" name="Straight Arrow Connector 23"/>
          <p:cNvCxnSpPr/>
          <p:nvPr/>
        </p:nvCxnSpPr>
        <p:spPr>
          <a:xfrm>
            <a:off x="3727298" y="1519482"/>
            <a:ext cx="27992" cy="93446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 name="TextBox 2">
            <a:extLst>
              <a:ext uri="{FF2B5EF4-FFF2-40B4-BE49-F238E27FC236}">
                <a16:creationId xmlns:a16="http://schemas.microsoft.com/office/drawing/2014/main" id="{7F2693D8-2F5A-DBF1-71FA-4E5ABB6A8212}"/>
              </a:ext>
            </a:extLst>
          </p:cNvPr>
          <p:cNvSpPr txBox="1"/>
          <p:nvPr/>
        </p:nvSpPr>
        <p:spPr>
          <a:xfrm>
            <a:off x="7970183" y="997527"/>
            <a:ext cx="4221818" cy="3139321"/>
          </a:xfrm>
          <a:prstGeom prst="rect">
            <a:avLst/>
          </a:prstGeom>
          <a:noFill/>
        </p:spPr>
        <p:txBody>
          <a:bodyPr wrap="square" rtlCol="0">
            <a:spAutoFit/>
          </a:bodyPr>
          <a:lstStyle/>
          <a:p>
            <a:r>
              <a:rPr lang="en-US" dirty="0"/>
              <a:t>In simplified page rank the problem is </a:t>
            </a:r>
          </a:p>
          <a:p>
            <a:r>
              <a:rPr lang="en-US" dirty="0"/>
              <a:t>Just the self loop.</a:t>
            </a:r>
          </a:p>
          <a:p>
            <a:r>
              <a:rPr lang="en-US" dirty="0"/>
              <a:t>Self Loop is like if we follow a link structure then after some steps we land back to initial nodes.</a:t>
            </a:r>
          </a:p>
          <a:p>
            <a:endParaRPr lang="en-US" dirty="0"/>
          </a:p>
          <a:p>
            <a:r>
              <a:rPr lang="en-US" dirty="0"/>
              <a:t>Since this is an iterative algorithm the element serving as starting node of the loop will have rank scores accumulated </a:t>
            </a:r>
          </a:p>
          <a:p>
            <a:r>
              <a:rPr lang="en-US" dirty="0"/>
              <a:t>But, rank scores don’t get distributed to other pages.</a:t>
            </a:r>
          </a:p>
        </p:txBody>
      </p:sp>
    </p:spTree>
    <p:extLst>
      <p:ext uri="{BB962C8B-B14F-4D97-AF65-F5344CB8AC3E}">
        <p14:creationId xmlns:p14="http://schemas.microsoft.com/office/powerpoint/2010/main" val="2185249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298161" y="176213"/>
            <a:ext cx="8294688" cy="819150"/>
          </a:xfrm>
        </p:spPr>
        <p:txBody>
          <a:bodyPr/>
          <a:lstStyle/>
          <a:p>
            <a:pPr eaLnBrk="1" hangingPunct="1"/>
            <a:r>
              <a:rPr lang="en-US" altLang="zh-CN" sz="4000" dirty="0">
                <a:solidFill>
                  <a:srgbClr val="00B050"/>
                </a:solidFill>
                <a:ea typeface="宋体" panose="02010600030101010101" pitchFamily="2" charset="-122"/>
              </a:rPr>
              <a:t>An example of the Problem</a:t>
            </a:r>
          </a:p>
        </p:txBody>
      </p:sp>
      <p:pic>
        <p:nvPicPr>
          <p:cNvPr id="1331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2889" y="1077913"/>
            <a:ext cx="4105275"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6"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77101" y="1308101"/>
            <a:ext cx="2132013" cy="118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7"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45350" y="2984501"/>
            <a:ext cx="2667000" cy="138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8"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95776" y="4797426"/>
            <a:ext cx="3414713" cy="1414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82118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284162" y="54625"/>
            <a:ext cx="8294688" cy="916132"/>
          </a:xfrm>
        </p:spPr>
        <p:txBody>
          <a:bodyPr/>
          <a:lstStyle/>
          <a:p>
            <a:pPr eaLnBrk="1" hangingPunct="1"/>
            <a:r>
              <a:rPr lang="en-US" altLang="zh-CN" sz="4000" dirty="0">
                <a:solidFill>
                  <a:srgbClr val="00B050"/>
                </a:solidFill>
                <a:ea typeface="宋体" panose="02010600030101010101" pitchFamily="2" charset="-122"/>
              </a:rPr>
              <a:t>An example of the Problem</a:t>
            </a:r>
          </a:p>
        </p:txBody>
      </p:sp>
      <p:pic>
        <p:nvPicPr>
          <p:cNvPr id="1433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2889" y="1077913"/>
            <a:ext cx="4105275"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77101" y="1308101"/>
            <a:ext cx="2132013" cy="118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1"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45350" y="2984501"/>
            <a:ext cx="2667000" cy="138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2"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49725" y="4797425"/>
            <a:ext cx="3602038"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48141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390524" y="115094"/>
            <a:ext cx="8294688" cy="892175"/>
          </a:xfrm>
        </p:spPr>
        <p:txBody>
          <a:bodyPr/>
          <a:lstStyle/>
          <a:p>
            <a:pPr eaLnBrk="1" hangingPunct="1"/>
            <a:r>
              <a:rPr lang="en-US" altLang="zh-CN" sz="4000" dirty="0">
                <a:solidFill>
                  <a:srgbClr val="00B050"/>
                </a:solidFill>
                <a:ea typeface="宋体" panose="02010600030101010101" pitchFamily="2" charset="-122"/>
              </a:rPr>
              <a:t>An example of the Problem</a:t>
            </a:r>
          </a:p>
        </p:txBody>
      </p:sp>
      <p:pic>
        <p:nvPicPr>
          <p:cNvPr id="1536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2889" y="1077913"/>
            <a:ext cx="4105275"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4"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77101" y="1308101"/>
            <a:ext cx="2132013" cy="118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5"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45350" y="2984501"/>
            <a:ext cx="2667000" cy="138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67214" y="4724401"/>
            <a:ext cx="3227387" cy="1420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id="{BCC79A0D-14F0-F6F4-6780-7E8EC29BFD88}"/>
              </a:ext>
            </a:extLst>
          </p:cNvPr>
          <p:cNvSpPr txBox="1"/>
          <p:nvPr/>
        </p:nvSpPr>
        <p:spPr>
          <a:xfrm>
            <a:off x="7847215" y="4724401"/>
            <a:ext cx="4344785" cy="923330"/>
          </a:xfrm>
          <a:prstGeom prst="rect">
            <a:avLst/>
          </a:prstGeom>
          <a:noFill/>
        </p:spPr>
        <p:txBody>
          <a:bodyPr wrap="square" rtlCol="0">
            <a:spAutoFit/>
          </a:bodyPr>
          <a:lstStyle/>
          <a:p>
            <a:r>
              <a:rPr lang="en-US" dirty="0"/>
              <a:t>The page Microsoft has very high page rank score and other pages would get </a:t>
            </a:r>
          </a:p>
          <a:p>
            <a:r>
              <a:rPr lang="en-US" dirty="0"/>
              <a:t>0 scores simplify.</a:t>
            </a:r>
          </a:p>
        </p:txBody>
      </p:sp>
    </p:spTree>
    <p:extLst>
      <p:ext uri="{BB962C8B-B14F-4D97-AF65-F5344CB8AC3E}">
        <p14:creationId xmlns:p14="http://schemas.microsoft.com/office/powerpoint/2010/main" val="42765981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369599" y="208252"/>
            <a:ext cx="7772400" cy="678156"/>
          </a:xfrm>
        </p:spPr>
        <p:txBody>
          <a:bodyPr/>
          <a:lstStyle/>
          <a:p>
            <a:pPr eaLnBrk="1" hangingPunct="1"/>
            <a:r>
              <a:rPr lang="en-US" altLang="zh-CN" sz="3600" dirty="0">
                <a:solidFill>
                  <a:srgbClr val="00B050"/>
                </a:solidFill>
                <a:ea typeface="宋体" panose="02010600030101010101" pitchFamily="2" charset="-122"/>
              </a:rPr>
              <a:t>Random Walks in Graphs</a:t>
            </a:r>
          </a:p>
        </p:txBody>
      </p:sp>
      <p:sp>
        <p:nvSpPr>
          <p:cNvPr id="16387" name="Content Placeholder 2"/>
          <p:cNvSpPr>
            <a:spLocks noGrp="1"/>
          </p:cNvSpPr>
          <p:nvPr>
            <p:ph idx="1"/>
          </p:nvPr>
        </p:nvSpPr>
        <p:spPr>
          <a:xfrm>
            <a:off x="785091" y="1258889"/>
            <a:ext cx="10626248" cy="4873625"/>
          </a:xfrm>
        </p:spPr>
        <p:txBody>
          <a:bodyPr/>
          <a:lstStyle/>
          <a:p>
            <a:pPr eaLnBrk="1" hangingPunct="1"/>
            <a:r>
              <a:rPr lang="en-US" altLang="zh-CN" dirty="0">
                <a:ea typeface="宋体" panose="02010600030101010101" pitchFamily="2" charset="-122"/>
              </a:rPr>
              <a:t>The Random Surfer Model</a:t>
            </a:r>
          </a:p>
          <a:p>
            <a:pPr lvl="1" algn="just" eaLnBrk="1" hangingPunct="1"/>
            <a:r>
              <a:rPr lang="en-US" altLang="zh-CN" dirty="0">
                <a:ea typeface="宋体" panose="02010600030101010101" pitchFamily="2" charset="-122"/>
              </a:rPr>
              <a:t>Simply keeps clicking successive links at random</a:t>
            </a:r>
          </a:p>
          <a:p>
            <a:pPr lvl="1" eaLnBrk="1" hangingPunct="1"/>
            <a:endParaRPr lang="en-US" altLang="zh-CN" dirty="0">
              <a:ea typeface="宋体" panose="02010600030101010101" pitchFamily="2" charset="-122"/>
            </a:endParaRPr>
          </a:p>
          <a:p>
            <a:pPr eaLnBrk="1" hangingPunct="1"/>
            <a:endParaRPr lang="en-US" altLang="zh-CN" dirty="0">
              <a:ea typeface="宋体" panose="02010600030101010101" pitchFamily="2" charset="-122"/>
            </a:endParaRPr>
          </a:p>
          <a:p>
            <a:pPr eaLnBrk="1" hangingPunct="1"/>
            <a:r>
              <a:rPr lang="en-US" altLang="zh-CN" dirty="0">
                <a:ea typeface="宋体" panose="02010600030101010101" pitchFamily="2" charset="-122"/>
              </a:rPr>
              <a:t>The Modified Model</a:t>
            </a:r>
          </a:p>
          <a:p>
            <a:pPr lvl="1" algn="just" eaLnBrk="1" hangingPunct="1"/>
            <a:r>
              <a:rPr lang="en-US" altLang="zh-CN" dirty="0">
                <a:ea typeface="宋体" panose="02010600030101010101" pitchFamily="2" charset="-122"/>
              </a:rPr>
              <a:t>The “random surfer” simply keeps clicking successive links at random </a:t>
            </a:r>
          </a:p>
          <a:p>
            <a:pPr lvl="1" algn="just" eaLnBrk="1" hangingPunct="1"/>
            <a:r>
              <a:rPr lang="en-US" altLang="zh-CN" dirty="0">
                <a:ea typeface="宋体" panose="02010600030101010101" pitchFamily="2" charset="-122"/>
              </a:rPr>
              <a:t>But periodically “gets bored” </a:t>
            </a:r>
          </a:p>
          <a:p>
            <a:pPr lvl="1" algn="just" eaLnBrk="1" hangingPunct="1"/>
            <a:r>
              <a:rPr lang="en-US" altLang="zh-CN" dirty="0">
                <a:ea typeface="宋体" panose="02010600030101010101" pitchFamily="2" charset="-122"/>
              </a:rPr>
              <a:t>And jumps to a random page based on the distribution of E </a:t>
            </a:r>
          </a:p>
        </p:txBody>
      </p:sp>
      <p:sp>
        <p:nvSpPr>
          <p:cNvPr id="2" name="TextBox 1">
            <a:extLst>
              <a:ext uri="{FF2B5EF4-FFF2-40B4-BE49-F238E27FC236}">
                <a16:creationId xmlns:a16="http://schemas.microsoft.com/office/drawing/2014/main" id="{2323BF7D-5245-07D9-EB37-E10E41A6A040}"/>
              </a:ext>
            </a:extLst>
          </p:cNvPr>
          <p:cNvSpPr txBox="1"/>
          <p:nvPr/>
        </p:nvSpPr>
        <p:spPr>
          <a:xfrm>
            <a:off x="7830589" y="349135"/>
            <a:ext cx="4361411" cy="646331"/>
          </a:xfrm>
          <a:prstGeom prst="rect">
            <a:avLst/>
          </a:prstGeom>
          <a:noFill/>
        </p:spPr>
        <p:txBody>
          <a:bodyPr wrap="square" rtlCol="0">
            <a:spAutoFit/>
          </a:bodyPr>
          <a:lstStyle/>
          <a:p>
            <a:r>
              <a:rPr lang="en-US" dirty="0"/>
              <a:t>The original model was we keep clicking on successive edges at random.</a:t>
            </a:r>
          </a:p>
        </p:txBody>
      </p:sp>
    </p:spTree>
    <p:extLst>
      <p:ext uri="{BB962C8B-B14F-4D97-AF65-F5344CB8AC3E}">
        <p14:creationId xmlns:p14="http://schemas.microsoft.com/office/powerpoint/2010/main" val="106147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D3CFC8-907A-290E-62E4-5196143C47EA}"/>
              </a:ext>
            </a:extLst>
          </p:cNvPr>
          <p:cNvSpPr>
            <a:spLocks noGrp="1"/>
          </p:cNvSpPr>
          <p:nvPr>
            <p:ph type="sldNum" sz="quarter" idx="12"/>
          </p:nvPr>
        </p:nvSpPr>
        <p:spPr/>
        <p:txBody>
          <a:bodyPr/>
          <a:lstStyle/>
          <a:p>
            <a:fld id="{B6F15528-21DE-4FAA-801E-634DDDAF4B2B}" type="slidenum">
              <a:rPr lang="en-US" smtClean="0"/>
              <a:pPr/>
              <a:t>14</a:t>
            </a:fld>
            <a:endParaRPr lang="en-US"/>
          </a:p>
        </p:txBody>
      </p:sp>
      <p:sp>
        <p:nvSpPr>
          <p:cNvPr id="5" name="TextBox 4">
            <a:extLst>
              <a:ext uri="{FF2B5EF4-FFF2-40B4-BE49-F238E27FC236}">
                <a16:creationId xmlns:a16="http://schemas.microsoft.com/office/drawing/2014/main" id="{4D34473A-F376-840C-C232-79E954A39FCC}"/>
              </a:ext>
            </a:extLst>
          </p:cNvPr>
          <p:cNvSpPr txBox="1"/>
          <p:nvPr/>
        </p:nvSpPr>
        <p:spPr>
          <a:xfrm>
            <a:off x="604157" y="391886"/>
            <a:ext cx="11103429" cy="4801314"/>
          </a:xfrm>
          <a:prstGeom prst="rect">
            <a:avLst/>
          </a:prstGeom>
          <a:noFill/>
        </p:spPr>
        <p:txBody>
          <a:bodyPr wrap="square" rtlCol="0">
            <a:spAutoFit/>
          </a:bodyPr>
          <a:lstStyle/>
          <a:p>
            <a:r>
              <a:rPr lang="en-US" dirty="0"/>
              <a:t>The Random Surfer Model and Modified Model describe how a user (“surfer”) moves through a network of webpages, which is very important to understand algorithms like Google’s Page Rank.</a:t>
            </a:r>
          </a:p>
          <a:p>
            <a:endParaRPr lang="en-US" dirty="0"/>
          </a:p>
          <a:p>
            <a:r>
              <a:rPr lang="en-US" dirty="0"/>
              <a:t>Random Surfer Model : </a:t>
            </a:r>
          </a:p>
          <a:p>
            <a:endParaRPr lang="en-US" dirty="0"/>
          </a:p>
          <a:p>
            <a:r>
              <a:rPr lang="en-US" dirty="0"/>
              <a:t>Imagine a person/surfer who is randomly clicking links on the internet. They move from one page to another page purely at random without any preferences. There is no stopping condition or external influence, the surfer keeps clicking the links indefinitely. This Random Surfer model helps to </a:t>
            </a:r>
            <a:r>
              <a:rPr lang="en-US" dirty="0" err="1"/>
              <a:t>analyse</a:t>
            </a:r>
            <a:r>
              <a:rPr lang="en-US" dirty="0"/>
              <a:t> the structure of webpages but doesn’t capture the human behavior fully.</a:t>
            </a:r>
          </a:p>
          <a:p>
            <a:endParaRPr lang="en-US" dirty="0"/>
          </a:p>
          <a:p>
            <a:r>
              <a:rPr lang="en-US" dirty="0"/>
              <a:t>Modified Model : </a:t>
            </a:r>
          </a:p>
          <a:p>
            <a:r>
              <a:rPr lang="en-US" dirty="0"/>
              <a:t>In reality, users don’t keep clicking on links indefinitely; they sometimes get bored and click on a completely different page.</a:t>
            </a:r>
          </a:p>
          <a:p>
            <a:pPr marL="285750" indent="-285750">
              <a:buFont typeface="Wingdings" panose="05000000000000000000" pitchFamily="2" charset="2"/>
              <a:buChar char="è"/>
            </a:pPr>
            <a:r>
              <a:rPr lang="en-US" dirty="0"/>
              <a:t>The user follows the successive links randomly most of the times but sometimes they stop following successive links and jump to a new page based on specific probability distribution.</a:t>
            </a:r>
          </a:p>
          <a:p>
            <a:pPr marL="285750" indent="-285750">
              <a:buFont typeface="Wingdings" panose="05000000000000000000" pitchFamily="2" charset="2"/>
              <a:buChar char="è"/>
            </a:pPr>
            <a:r>
              <a:rPr lang="en-US" dirty="0"/>
              <a:t>This modification makes the model more realistic and helps the page rank algorithm to rank the pages more accurately.</a:t>
            </a:r>
          </a:p>
        </p:txBody>
      </p:sp>
    </p:spTree>
    <p:extLst>
      <p:ext uri="{BB962C8B-B14F-4D97-AF65-F5344CB8AC3E}">
        <p14:creationId xmlns:p14="http://schemas.microsoft.com/office/powerpoint/2010/main" val="27987931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327025" y="188913"/>
            <a:ext cx="7772400" cy="760413"/>
          </a:xfrm>
        </p:spPr>
        <p:txBody>
          <a:bodyPr/>
          <a:lstStyle/>
          <a:p>
            <a:pPr eaLnBrk="1" hangingPunct="1"/>
            <a:r>
              <a:rPr lang="en-US" altLang="zh-CN" dirty="0">
                <a:solidFill>
                  <a:srgbClr val="00B050"/>
                </a:solidFill>
                <a:ea typeface="宋体" panose="02010600030101010101" pitchFamily="2" charset="-122"/>
              </a:rPr>
              <a:t>Modified Version of PageRank</a:t>
            </a:r>
          </a:p>
        </p:txBody>
      </p:sp>
      <p:sp>
        <p:nvSpPr>
          <p:cNvPr id="17412" name="TextBox 4"/>
          <p:cNvSpPr txBox="1">
            <a:spLocks noChangeArrowheads="1"/>
          </p:cNvSpPr>
          <p:nvPr/>
        </p:nvSpPr>
        <p:spPr bwMode="auto">
          <a:xfrm>
            <a:off x="1754153" y="5089851"/>
            <a:ext cx="982513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a:solidFill>
                  <a:schemeClr val="tx1"/>
                </a:solidFill>
                <a:latin typeface="Arial" panose="020B0604020202020204" pitchFamily="34" charset="0"/>
              </a:defRPr>
            </a:lvl1pPr>
            <a:lvl2pPr marL="742950" indent="-285750" eaLnBrk="0" hangingPunct="0">
              <a:defRPr sz="4400">
                <a:solidFill>
                  <a:schemeClr val="tx1"/>
                </a:solidFill>
                <a:latin typeface="Arial" panose="020B0604020202020204" pitchFamily="34" charset="0"/>
              </a:defRPr>
            </a:lvl2pPr>
            <a:lvl3pPr marL="1143000" indent="-228600" eaLnBrk="0" hangingPunct="0">
              <a:defRPr sz="4400">
                <a:solidFill>
                  <a:schemeClr val="tx1"/>
                </a:solidFill>
                <a:latin typeface="Arial" panose="020B0604020202020204" pitchFamily="34" charset="0"/>
              </a:defRPr>
            </a:lvl3pPr>
            <a:lvl4pPr marL="1600200" indent="-228600" eaLnBrk="0" hangingPunct="0">
              <a:defRPr sz="4400">
                <a:solidFill>
                  <a:schemeClr val="tx1"/>
                </a:solidFill>
                <a:latin typeface="Arial" panose="020B0604020202020204" pitchFamily="34" charset="0"/>
              </a:defRPr>
            </a:lvl4pPr>
            <a:lvl5pPr marL="2057400" indent="-228600" eaLnBrk="0" hangingPunct="0">
              <a:defRPr sz="4400">
                <a:solidFill>
                  <a:schemeClr val="tx1"/>
                </a:solidFill>
                <a:latin typeface="Arial" panose="020B0604020202020204" pitchFamily="34" charset="0"/>
              </a:defRPr>
            </a:lvl5pPr>
            <a:lvl6pPr marL="2514600" indent="-228600" eaLnBrk="0" fontAlgn="base" hangingPunct="0">
              <a:spcBef>
                <a:spcPct val="0"/>
              </a:spcBef>
              <a:spcAft>
                <a:spcPct val="0"/>
              </a:spcAft>
              <a:defRPr sz="4400">
                <a:solidFill>
                  <a:schemeClr val="tx1"/>
                </a:solidFill>
                <a:latin typeface="Arial" panose="020B0604020202020204" pitchFamily="34" charset="0"/>
              </a:defRPr>
            </a:lvl6pPr>
            <a:lvl7pPr marL="2971800" indent="-228600" eaLnBrk="0" fontAlgn="base" hangingPunct="0">
              <a:spcBef>
                <a:spcPct val="0"/>
              </a:spcBef>
              <a:spcAft>
                <a:spcPct val="0"/>
              </a:spcAft>
              <a:defRPr sz="4400">
                <a:solidFill>
                  <a:schemeClr val="tx1"/>
                </a:solidFill>
                <a:latin typeface="Arial" panose="020B0604020202020204" pitchFamily="34" charset="0"/>
              </a:defRPr>
            </a:lvl7pPr>
            <a:lvl8pPr marL="3429000" indent="-228600" eaLnBrk="0" fontAlgn="base" hangingPunct="0">
              <a:spcBef>
                <a:spcPct val="0"/>
              </a:spcBef>
              <a:spcAft>
                <a:spcPct val="0"/>
              </a:spcAft>
              <a:defRPr sz="4400">
                <a:solidFill>
                  <a:schemeClr val="tx1"/>
                </a:solidFill>
                <a:latin typeface="Arial" panose="020B0604020202020204" pitchFamily="34" charset="0"/>
              </a:defRPr>
            </a:lvl8pPr>
            <a:lvl9pPr marL="3886200" indent="-228600" eaLnBrk="0" fontAlgn="base" hangingPunct="0">
              <a:spcBef>
                <a:spcPct val="0"/>
              </a:spcBef>
              <a:spcAft>
                <a:spcPct val="0"/>
              </a:spcAft>
              <a:defRPr sz="44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Century Schoolbook" panose="02040604050505020304" pitchFamily="18" charset="0"/>
                <a:ea typeface="宋体" panose="02010600030101010101" pitchFamily="2" charset="-122"/>
                <a:cs typeface="+mn-cs"/>
              </a:rPr>
              <a:t>a distribution of ranks of web pages that “users” jump to when  they “gets bored” after clicking successive links at random.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dirty="0">
                <a:solidFill>
                  <a:prstClr val="black"/>
                </a:solidFill>
                <a:latin typeface="Century Schoolbook" panose="02040604050505020304" pitchFamily="18" charset="0"/>
                <a:ea typeface="宋体" panose="02010600030101010101" pitchFamily="2" charset="-122"/>
              </a:rPr>
              <a:t>E(u) is same for all pages typically depends on number of pages in the web graph.</a:t>
            </a:r>
            <a:r>
              <a:rPr kumimoji="0" lang="en-US" altLang="zh-CN" sz="2000" b="0" i="0" u="none" strike="noStrike" kern="1200" cap="none" spc="0" normalizeH="0" baseline="0" noProof="0" dirty="0">
                <a:ln>
                  <a:noFill/>
                </a:ln>
                <a:solidFill>
                  <a:prstClr val="black"/>
                </a:solidFill>
                <a:effectLst/>
                <a:uLnTx/>
                <a:uFillTx/>
                <a:latin typeface="Century Schoolbook" panose="02040604050505020304" pitchFamily="18" charset="0"/>
                <a:ea typeface="宋体" panose="02010600030101010101" pitchFamily="2" charset="-122"/>
                <a:cs typeface="+mn-cs"/>
              </a:rPr>
              <a:t> </a:t>
            </a:r>
          </a:p>
        </p:txBody>
      </p:sp>
      <mc:AlternateContent xmlns:mc="http://schemas.openxmlformats.org/markup-compatibility/2006" xmlns:a14="http://schemas.microsoft.com/office/drawing/2010/main">
        <mc:Choice Requires="a14">
          <p:sp>
            <p:nvSpPr>
              <p:cNvPr id="2" name="TextBox 1"/>
              <p:cNvSpPr txBox="1"/>
              <p:nvPr/>
            </p:nvSpPr>
            <p:spPr>
              <a:xfrm>
                <a:off x="2177813" y="1979973"/>
                <a:ext cx="7097328" cy="158081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IN" sz="4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m:t>
                      </m:r>
                      <m:d>
                        <m:dPr>
                          <m:ctrlPr>
                            <a:rPr kumimoji="0" lang="en-IN" sz="4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IN" sz="4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𝑢</m:t>
                          </m:r>
                        </m:e>
                      </m:d>
                      <m:r>
                        <a:rPr kumimoji="0" lang="en-IN" sz="4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IN" sz="4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IN" sz="4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𝑐</m:t>
                          </m:r>
                        </m:e>
                        <m:sub>
                          <m:r>
                            <a:rPr kumimoji="0" lang="en-IN" sz="4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r>
                        <a:rPr kumimoji="0" lang="en-IN" sz="4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nary>
                        <m:naryPr>
                          <m:chr m:val="∑"/>
                          <m:supHide m:val="on"/>
                          <m:ctrlPr>
                            <a:rPr kumimoji="0" lang="en-IN" sz="4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naryPr>
                        <m:sub>
                          <m:r>
                            <m:rPr>
                              <m:brk m:alnAt="7"/>
                            </m:rPr>
                            <a:rPr kumimoji="0" lang="en-IN" sz="4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𝑣</m:t>
                          </m:r>
                          <m:r>
                            <a:rPr kumimoji="0" lang="en-IN" sz="4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IN" sz="4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IN" sz="4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𝐵</m:t>
                              </m:r>
                            </m:e>
                            <m:sub>
                              <m:r>
                                <a:rPr kumimoji="0" lang="en-IN" sz="4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𝑢</m:t>
                              </m:r>
                            </m:sub>
                          </m:sSub>
                        </m:sub>
                        <m:sup/>
                        <m:e>
                          <m:f>
                            <m:fPr>
                              <m:ctrlPr>
                                <a:rPr kumimoji="0" lang="en-IN" sz="4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IN" sz="4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m:t>
                              </m:r>
                              <m:d>
                                <m:dPr>
                                  <m:ctrlPr>
                                    <a:rPr kumimoji="0" lang="en-IN" sz="4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IN" sz="4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𝑢</m:t>
                                  </m:r>
                                </m:e>
                              </m:d>
                            </m:num>
                            <m:den>
                              <m:sSub>
                                <m:sSubPr>
                                  <m:ctrlPr>
                                    <a:rPr kumimoji="0" lang="en-IN" sz="4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IN" sz="4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𝑁</m:t>
                                  </m:r>
                                </m:e>
                                <m:sub>
                                  <m:r>
                                    <a:rPr kumimoji="0" lang="en-IN" sz="4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𝑣</m:t>
                                  </m:r>
                                </m:sub>
                              </m:sSub>
                            </m:den>
                          </m:f>
                          <m:r>
                            <a:rPr kumimoji="0" lang="en-IN" sz="4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sSub>
                            <m:sSubPr>
                              <m:ctrlPr>
                                <a:rPr kumimoji="0" lang="en-IN" sz="4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IN" sz="4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𝑐</m:t>
                              </m:r>
                            </m:e>
                            <m:sub>
                              <m:r>
                                <a:rPr kumimoji="0" lang="en-IN" sz="4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r>
                            <a:rPr kumimoji="0" lang="en-IN" sz="4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IN" sz="4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𝐸</m:t>
                          </m:r>
                          <m:d>
                            <m:dPr>
                              <m:ctrlPr>
                                <a:rPr kumimoji="0" lang="en-IN" sz="4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IN" sz="4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𝑢</m:t>
                              </m:r>
                            </m:e>
                          </m:d>
                        </m:e>
                      </m:nary>
                    </m:oMath>
                  </m:oMathPara>
                </a14:m>
                <a:endParaRPr kumimoji="0" lang="en-IN" sz="4000" b="0" i="0" u="none" strike="noStrike" kern="1200" cap="none" spc="0" normalizeH="0" baseline="0" noProof="0" dirty="0">
                  <a:ln>
                    <a:noFill/>
                  </a:ln>
                  <a:solidFill>
                    <a:prstClr val="black"/>
                  </a:solidFill>
                  <a:effectLst/>
                  <a:uLnTx/>
                  <a:uFillTx/>
                  <a:latin typeface="Arial"/>
                  <a:ea typeface="+mn-ea"/>
                  <a:cs typeface="+mn-cs"/>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2177813" y="1979973"/>
                <a:ext cx="7097328" cy="1580817"/>
              </a:xfrm>
              <a:prstGeom prst="rect">
                <a:avLst/>
              </a:prstGeom>
              <a:blipFill>
                <a:blip r:embed="rId2"/>
                <a:stretch>
                  <a:fillRect/>
                </a:stretch>
              </a:blipFill>
            </p:spPr>
            <p:txBody>
              <a:bodyPr/>
              <a:lstStyle/>
              <a:p>
                <a:r>
                  <a:rPr lang="en-IN">
                    <a:noFill/>
                  </a:rPr>
                  <a:t> </a:t>
                </a:r>
              </a:p>
            </p:txBody>
          </p:sp>
        </mc:Fallback>
      </mc:AlternateContent>
      <p:cxnSp>
        <p:nvCxnSpPr>
          <p:cNvPr id="5" name="Straight Arrow Connector 4"/>
          <p:cNvCxnSpPr>
            <a:endCxn id="17412" idx="0"/>
          </p:cNvCxnSpPr>
          <p:nvPr/>
        </p:nvCxnSpPr>
        <p:spPr>
          <a:xfrm flipH="1">
            <a:off x="6666721" y="2901820"/>
            <a:ext cx="1852128" cy="218803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216418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70334" y="115888"/>
            <a:ext cx="8101012" cy="817562"/>
          </a:xfrm>
        </p:spPr>
        <p:txBody>
          <a:bodyPr/>
          <a:lstStyle/>
          <a:p>
            <a:r>
              <a:rPr lang="en-US" altLang="zh-CN" sz="4000" dirty="0">
                <a:solidFill>
                  <a:srgbClr val="00B050"/>
                </a:solidFill>
                <a:ea typeface="宋体" panose="02010600030101010101" pitchFamily="2" charset="-122"/>
              </a:rPr>
              <a:t>An example of Modified PageRank</a:t>
            </a:r>
            <a:endParaRPr lang="zh-CN" altLang="en-US" sz="4000" dirty="0">
              <a:solidFill>
                <a:srgbClr val="00B050"/>
              </a:solidFill>
              <a:ea typeface="宋体" panose="02010600030101010101" pitchFamily="2" charset="-122"/>
            </a:endParaRPr>
          </a:p>
        </p:txBody>
      </p:sp>
      <p:sp>
        <p:nvSpPr>
          <p:cNvPr id="18435" name="Slide Number Placeholder 3"/>
          <p:cNvSpPr>
            <a:spLocks noGrp="1"/>
          </p:cNvSpPr>
          <p:nvPr>
            <p:ph type="sldNum" sz="quarter" idx="12"/>
          </p:nvPr>
        </p:nvSpPr>
        <p:spPr>
          <a:noFill/>
        </p:spPr>
        <p:txBody>
          <a:bodyPr/>
          <a:lstStyle>
            <a:lvl1pPr eaLnBrk="0" hangingPunct="0">
              <a:defRPr sz="4400">
                <a:solidFill>
                  <a:schemeClr val="tx1"/>
                </a:solidFill>
                <a:latin typeface="Arial" panose="020B0604020202020204" pitchFamily="34" charset="0"/>
              </a:defRPr>
            </a:lvl1pPr>
            <a:lvl2pPr marL="742950" indent="-285750" eaLnBrk="0" hangingPunct="0">
              <a:defRPr sz="4400">
                <a:solidFill>
                  <a:schemeClr val="tx1"/>
                </a:solidFill>
                <a:latin typeface="Arial" panose="020B0604020202020204" pitchFamily="34" charset="0"/>
              </a:defRPr>
            </a:lvl2pPr>
            <a:lvl3pPr marL="1143000" indent="-228600" eaLnBrk="0" hangingPunct="0">
              <a:defRPr sz="4400">
                <a:solidFill>
                  <a:schemeClr val="tx1"/>
                </a:solidFill>
                <a:latin typeface="Arial" panose="020B0604020202020204" pitchFamily="34" charset="0"/>
              </a:defRPr>
            </a:lvl3pPr>
            <a:lvl4pPr marL="1600200" indent="-228600" eaLnBrk="0" hangingPunct="0">
              <a:defRPr sz="4400">
                <a:solidFill>
                  <a:schemeClr val="tx1"/>
                </a:solidFill>
                <a:latin typeface="Arial" panose="020B0604020202020204" pitchFamily="34" charset="0"/>
              </a:defRPr>
            </a:lvl4pPr>
            <a:lvl5pPr marL="2057400" indent="-228600" eaLnBrk="0" hangingPunct="0">
              <a:defRPr sz="4400">
                <a:solidFill>
                  <a:schemeClr val="tx1"/>
                </a:solidFill>
                <a:latin typeface="Arial" panose="020B0604020202020204" pitchFamily="34" charset="0"/>
              </a:defRPr>
            </a:lvl5pPr>
            <a:lvl6pPr marL="2514600" indent="-228600" eaLnBrk="0" fontAlgn="base" hangingPunct="0">
              <a:spcBef>
                <a:spcPct val="0"/>
              </a:spcBef>
              <a:spcAft>
                <a:spcPct val="0"/>
              </a:spcAft>
              <a:defRPr sz="4400">
                <a:solidFill>
                  <a:schemeClr val="tx1"/>
                </a:solidFill>
                <a:latin typeface="Arial" panose="020B0604020202020204" pitchFamily="34" charset="0"/>
              </a:defRPr>
            </a:lvl6pPr>
            <a:lvl7pPr marL="2971800" indent="-228600" eaLnBrk="0" fontAlgn="base" hangingPunct="0">
              <a:spcBef>
                <a:spcPct val="0"/>
              </a:spcBef>
              <a:spcAft>
                <a:spcPct val="0"/>
              </a:spcAft>
              <a:defRPr sz="4400">
                <a:solidFill>
                  <a:schemeClr val="tx1"/>
                </a:solidFill>
                <a:latin typeface="Arial" panose="020B0604020202020204" pitchFamily="34" charset="0"/>
              </a:defRPr>
            </a:lvl7pPr>
            <a:lvl8pPr marL="3429000" indent="-228600" eaLnBrk="0" fontAlgn="base" hangingPunct="0">
              <a:spcBef>
                <a:spcPct val="0"/>
              </a:spcBef>
              <a:spcAft>
                <a:spcPct val="0"/>
              </a:spcAft>
              <a:defRPr sz="4400">
                <a:solidFill>
                  <a:schemeClr val="tx1"/>
                </a:solidFill>
                <a:latin typeface="Arial" panose="020B0604020202020204" pitchFamily="34" charset="0"/>
              </a:defRPr>
            </a:lvl8pPr>
            <a:lvl9pPr marL="3886200" indent="-228600" eaLnBrk="0" fontAlgn="base" hangingPunct="0">
              <a:spcBef>
                <a:spcPct val="0"/>
              </a:spcBef>
              <a:spcAft>
                <a:spcPct val="0"/>
              </a:spcAft>
              <a:defRPr sz="4400">
                <a:solidFill>
                  <a:schemeClr val="tx1"/>
                </a:solidFill>
                <a:latin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AAC97FDE-6D0B-465D-A4D2-AE4FE6999FEF}" type="slidenum">
              <a:rPr kumimoji="0" lang="en-US" altLang="zh-CN" sz="1400" b="0" i="0" u="none" strike="noStrike" kern="1200" cap="none" spc="0" normalizeH="0" baseline="0" noProof="0">
                <a:ln>
                  <a:noFill/>
                </a:ln>
                <a:solidFill>
                  <a:prstClr val="black"/>
                </a:solidFill>
                <a:effectLst/>
                <a:uLnTx/>
                <a:uFillTx/>
                <a:latin typeface="Arial" panose="020B0604020202020204" pitchFamily="34" charset="0"/>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altLang="zh-CN" sz="1400" b="0" i="0" u="none" strike="noStrike" kern="1200" cap="none" spc="0" normalizeH="0" baseline="0" noProof="0">
              <a:ln>
                <a:noFill/>
              </a:ln>
              <a:solidFill>
                <a:prstClr val="black"/>
              </a:solidFill>
              <a:effectLst/>
              <a:uLnTx/>
              <a:uFillTx/>
              <a:latin typeface="Arial" panose="020B0604020202020204" pitchFamily="34" charset="0"/>
              <a:sym typeface="Quicksand"/>
            </a:endParaRPr>
          </a:p>
        </p:txBody>
      </p:sp>
      <p:pic>
        <p:nvPicPr>
          <p:cNvPr id="1843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2889" y="1077913"/>
            <a:ext cx="4105275"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7101" y="1152525"/>
            <a:ext cx="2132013" cy="118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8"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45350" y="2479676"/>
            <a:ext cx="2667000" cy="138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69200" y="4146550"/>
            <a:ext cx="2019300" cy="36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4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95700" y="4851400"/>
            <a:ext cx="5353050"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660812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0DD44DC-65FF-CF90-5755-9E610C5EDF55}"/>
              </a:ext>
            </a:extLst>
          </p:cNvPr>
          <p:cNvSpPr>
            <a:spLocks noGrp="1"/>
          </p:cNvSpPr>
          <p:nvPr>
            <p:ph type="sldNum" sz="quarter" idx="12"/>
          </p:nvPr>
        </p:nvSpPr>
        <p:spPr/>
        <p:txBody>
          <a:bodyPr/>
          <a:lstStyle/>
          <a:p>
            <a:fld id="{B6F15528-21DE-4FAA-801E-634DDDAF4B2B}" type="slidenum">
              <a:rPr lang="en-US" smtClean="0"/>
              <a:pPr/>
              <a:t>17</a:t>
            </a:fld>
            <a:endParaRPr lang="en-US"/>
          </a:p>
        </p:txBody>
      </p:sp>
      <p:pic>
        <p:nvPicPr>
          <p:cNvPr id="6" name="Picture 5">
            <a:extLst>
              <a:ext uri="{FF2B5EF4-FFF2-40B4-BE49-F238E27FC236}">
                <a16:creationId xmlns:a16="http://schemas.microsoft.com/office/drawing/2014/main" id="{06E908D5-E2BB-1A34-4C7F-C124D4A033BA}"/>
              </a:ext>
            </a:extLst>
          </p:cNvPr>
          <p:cNvPicPr>
            <a:picLocks noChangeAspect="1"/>
          </p:cNvPicPr>
          <p:nvPr/>
        </p:nvPicPr>
        <p:blipFill>
          <a:blip r:embed="rId2"/>
          <a:stretch>
            <a:fillRect/>
          </a:stretch>
        </p:blipFill>
        <p:spPr>
          <a:xfrm>
            <a:off x="0" y="0"/>
            <a:ext cx="8572500" cy="6858000"/>
          </a:xfrm>
          <a:prstGeom prst="rect">
            <a:avLst/>
          </a:prstGeom>
        </p:spPr>
      </p:pic>
      <p:sp>
        <p:nvSpPr>
          <p:cNvPr id="7" name="TextBox 6">
            <a:extLst>
              <a:ext uri="{FF2B5EF4-FFF2-40B4-BE49-F238E27FC236}">
                <a16:creationId xmlns:a16="http://schemas.microsoft.com/office/drawing/2014/main" id="{55518933-56B4-4499-4AEB-5B75A3C02F75}"/>
              </a:ext>
            </a:extLst>
          </p:cNvPr>
          <p:cNvSpPr txBox="1"/>
          <p:nvPr/>
        </p:nvSpPr>
        <p:spPr>
          <a:xfrm>
            <a:off x="8572500" y="999241"/>
            <a:ext cx="3523309" cy="4401205"/>
          </a:xfrm>
          <a:prstGeom prst="rect">
            <a:avLst/>
          </a:prstGeom>
          <a:noFill/>
        </p:spPr>
        <p:txBody>
          <a:bodyPr wrap="square" rtlCol="0">
            <a:spAutoFit/>
          </a:bodyPr>
          <a:lstStyle/>
          <a:p>
            <a:r>
              <a:rPr lang="en-US" sz="1400" dirty="0"/>
              <a:t>The transition matrix has been defined from the given graph, the transition matrix is column-wise i.e. if we sum the elements of a particular column, then those elements should sum up to 1.</a:t>
            </a:r>
          </a:p>
          <a:p>
            <a:r>
              <a:rPr lang="en-US" sz="1400" dirty="0"/>
              <a:t>alpha here is ‘c1’ which is probability of following the successive links randomly without any preference and without getting bored.</a:t>
            </a:r>
          </a:p>
          <a:p>
            <a:r>
              <a:rPr lang="en-US" sz="1400" dirty="0"/>
              <a:t>Note : c1 = alpha and c2 = (1-alpha) </a:t>
            </a:r>
          </a:p>
          <a:p>
            <a:r>
              <a:rPr lang="en-US" sz="1400" dirty="0"/>
              <a:t>So c1 + c2 = 1 </a:t>
            </a:r>
          </a:p>
          <a:p>
            <a:r>
              <a:rPr lang="en-US" sz="1400" dirty="0"/>
              <a:t>E(u)  = probability distribution of ranks of web pages that user / “surfer” jumps to when he gets bored after clicking on successive links at random. Now, when the user gets bored then he can jump to any of the pages, so landing on any of the webpages is equally probable.</a:t>
            </a:r>
          </a:p>
          <a:p>
            <a:r>
              <a:rPr lang="en-US" sz="1400" dirty="0"/>
              <a:t>So, E(u) = 1/(number of webpages)</a:t>
            </a:r>
          </a:p>
          <a:p>
            <a:endParaRPr lang="en-US" sz="1400" dirty="0"/>
          </a:p>
        </p:txBody>
      </p:sp>
    </p:spTree>
    <p:extLst>
      <p:ext uri="{BB962C8B-B14F-4D97-AF65-F5344CB8AC3E}">
        <p14:creationId xmlns:p14="http://schemas.microsoft.com/office/powerpoint/2010/main" val="11952675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AA3239F-D0B4-9C07-4FEA-357F824A3F8B}"/>
              </a:ext>
            </a:extLst>
          </p:cNvPr>
          <p:cNvPicPr>
            <a:picLocks noChangeAspect="1"/>
          </p:cNvPicPr>
          <p:nvPr/>
        </p:nvPicPr>
        <p:blipFill>
          <a:blip r:embed="rId2"/>
          <a:stretch>
            <a:fillRect/>
          </a:stretch>
        </p:blipFill>
        <p:spPr>
          <a:xfrm>
            <a:off x="507357" y="909286"/>
            <a:ext cx="8099315" cy="5039428"/>
          </a:xfrm>
          <a:prstGeom prst="rect">
            <a:avLst/>
          </a:prstGeom>
        </p:spPr>
      </p:pic>
      <p:sp>
        <p:nvSpPr>
          <p:cNvPr id="6" name="TextBox 5">
            <a:extLst>
              <a:ext uri="{FF2B5EF4-FFF2-40B4-BE49-F238E27FC236}">
                <a16:creationId xmlns:a16="http://schemas.microsoft.com/office/drawing/2014/main" id="{54C0798F-835E-A9C5-A7FD-07632CD53024}"/>
              </a:ext>
            </a:extLst>
          </p:cNvPr>
          <p:cNvSpPr txBox="1"/>
          <p:nvPr/>
        </p:nvSpPr>
        <p:spPr>
          <a:xfrm>
            <a:off x="8748075" y="952107"/>
            <a:ext cx="3355942" cy="2031325"/>
          </a:xfrm>
          <a:prstGeom prst="rect">
            <a:avLst/>
          </a:prstGeom>
          <a:noFill/>
        </p:spPr>
        <p:txBody>
          <a:bodyPr wrap="square" rtlCol="0">
            <a:spAutoFit/>
          </a:bodyPr>
          <a:lstStyle/>
          <a:p>
            <a:r>
              <a:rPr lang="en-US" sz="1400" dirty="0"/>
              <a:t>The summation of page rank scores for all the webpages is = 1 </a:t>
            </a:r>
          </a:p>
          <a:p>
            <a:endParaRPr lang="en-US" sz="1400" dirty="0"/>
          </a:p>
          <a:p>
            <a:r>
              <a:rPr lang="en-US" sz="1400" dirty="0"/>
              <a:t>So, for initial guess of page rank scores we would be uniformly dividing the total value of “1” to all the webpages,</a:t>
            </a:r>
          </a:p>
          <a:p>
            <a:r>
              <a:rPr lang="en-US" sz="1400" dirty="0"/>
              <a:t>so the initial page rank score for each webpage will be = 1/(# of webpages)</a:t>
            </a:r>
          </a:p>
        </p:txBody>
      </p:sp>
    </p:spTree>
    <p:extLst>
      <p:ext uri="{BB962C8B-B14F-4D97-AF65-F5344CB8AC3E}">
        <p14:creationId xmlns:p14="http://schemas.microsoft.com/office/powerpoint/2010/main" val="38260669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1913652" y="3020219"/>
            <a:ext cx="8101012" cy="817562"/>
          </a:xfrm>
        </p:spPr>
        <p:txBody>
          <a:bodyPr/>
          <a:lstStyle/>
          <a:p>
            <a:pPr algn="ctr"/>
            <a:r>
              <a:rPr lang="en-US" altLang="zh-CN" sz="4000" dirty="0">
                <a:solidFill>
                  <a:srgbClr val="00B050"/>
                </a:solidFill>
                <a:ea typeface="宋体" panose="02010600030101010101" pitchFamily="2" charset="-122"/>
              </a:rPr>
              <a:t>PageRank in Spark</a:t>
            </a:r>
            <a:endParaRPr lang="zh-CN" altLang="en-US" sz="4000" dirty="0">
              <a:solidFill>
                <a:srgbClr val="00B050"/>
              </a:solidFill>
              <a:ea typeface="宋体" panose="02010600030101010101" pitchFamily="2" charset="-122"/>
            </a:endParaRPr>
          </a:p>
        </p:txBody>
      </p:sp>
      <p:sp>
        <p:nvSpPr>
          <p:cNvPr id="18435" name="Slide Number Placeholder 3"/>
          <p:cNvSpPr>
            <a:spLocks noGrp="1"/>
          </p:cNvSpPr>
          <p:nvPr>
            <p:ph type="sldNum" sz="quarter" idx="12"/>
          </p:nvPr>
        </p:nvSpPr>
        <p:spPr>
          <a:noFill/>
        </p:spPr>
        <p:txBody>
          <a:bodyPr/>
          <a:lstStyle>
            <a:lvl1pPr eaLnBrk="0" hangingPunct="0">
              <a:defRPr sz="4400">
                <a:solidFill>
                  <a:schemeClr val="tx1"/>
                </a:solidFill>
                <a:latin typeface="Arial" panose="020B0604020202020204" pitchFamily="34" charset="0"/>
              </a:defRPr>
            </a:lvl1pPr>
            <a:lvl2pPr marL="742950" indent="-285750" eaLnBrk="0" hangingPunct="0">
              <a:defRPr sz="4400">
                <a:solidFill>
                  <a:schemeClr val="tx1"/>
                </a:solidFill>
                <a:latin typeface="Arial" panose="020B0604020202020204" pitchFamily="34" charset="0"/>
              </a:defRPr>
            </a:lvl2pPr>
            <a:lvl3pPr marL="1143000" indent="-228600" eaLnBrk="0" hangingPunct="0">
              <a:defRPr sz="4400">
                <a:solidFill>
                  <a:schemeClr val="tx1"/>
                </a:solidFill>
                <a:latin typeface="Arial" panose="020B0604020202020204" pitchFamily="34" charset="0"/>
              </a:defRPr>
            </a:lvl3pPr>
            <a:lvl4pPr marL="1600200" indent="-228600" eaLnBrk="0" hangingPunct="0">
              <a:defRPr sz="4400">
                <a:solidFill>
                  <a:schemeClr val="tx1"/>
                </a:solidFill>
                <a:latin typeface="Arial" panose="020B0604020202020204" pitchFamily="34" charset="0"/>
              </a:defRPr>
            </a:lvl4pPr>
            <a:lvl5pPr marL="2057400" indent="-228600" eaLnBrk="0" hangingPunct="0">
              <a:defRPr sz="4400">
                <a:solidFill>
                  <a:schemeClr val="tx1"/>
                </a:solidFill>
                <a:latin typeface="Arial" panose="020B0604020202020204" pitchFamily="34" charset="0"/>
              </a:defRPr>
            </a:lvl5pPr>
            <a:lvl6pPr marL="2514600" indent="-228600" eaLnBrk="0" fontAlgn="base" hangingPunct="0">
              <a:spcBef>
                <a:spcPct val="0"/>
              </a:spcBef>
              <a:spcAft>
                <a:spcPct val="0"/>
              </a:spcAft>
              <a:defRPr sz="4400">
                <a:solidFill>
                  <a:schemeClr val="tx1"/>
                </a:solidFill>
                <a:latin typeface="Arial" panose="020B0604020202020204" pitchFamily="34" charset="0"/>
              </a:defRPr>
            </a:lvl6pPr>
            <a:lvl7pPr marL="2971800" indent="-228600" eaLnBrk="0" fontAlgn="base" hangingPunct="0">
              <a:spcBef>
                <a:spcPct val="0"/>
              </a:spcBef>
              <a:spcAft>
                <a:spcPct val="0"/>
              </a:spcAft>
              <a:defRPr sz="4400">
                <a:solidFill>
                  <a:schemeClr val="tx1"/>
                </a:solidFill>
                <a:latin typeface="Arial" panose="020B0604020202020204" pitchFamily="34" charset="0"/>
              </a:defRPr>
            </a:lvl7pPr>
            <a:lvl8pPr marL="3429000" indent="-228600" eaLnBrk="0" fontAlgn="base" hangingPunct="0">
              <a:spcBef>
                <a:spcPct val="0"/>
              </a:spcBef>
              <a:spcAft>
                <a:spcPct val="0"/>
              </a:spcAft>
              <a:defRPr sz="4400">
                <a:solidFill>
                  <a:schemeClr val="tx1"/>
                </a:solidFill>
                <a:latin typeface="Arial" panose="020B0604020202020204" pitchFamily="34" charset="0"/>
              </a:defRPr>
            </a:lvl8pPr>
            <a:lvl9pPr marL="3886200" indent="-228600" eaLnBrk="0" fontAlgn="base" hangingPunct="0">
              <a:spcBef>
                <a:spcPct val="0"/>
              </a:spcBef>
              <a:spcAft>
                <a:spcPct val="0"/>
              </a:spcAft>
              <a:defRPr sz="4400">
                <a:solidFill>
                  <a:schemeClr val="tx1"/>
                </a:solidFill>
                <a:latin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AAC97FDE-6D0B-465D-A4D2-AE4FE6999FEF}" type="slidenum">
              <a:rPr kumimoji="0" lang="en-US" altLang="zh-CN" sz="1400" b="0" i="0" u="none" strike="noStrike" kern="1200" cap="none" spc="0" normalizeH="0" baseline="0" noProof="0">
                <a:ln>
                  <a:noFill/>
                </a:ln>
                <a:solidFill>
                  <a:prstClr val="black"/>
                </a:solidFill>
                <a:effectLst/>
                <a:uLnTx/>
                <a:uFillTx/>
                <a:latin typeface="Arial" panose="020B0604020202020204" pitchFamily="34" charset="0"/>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altLang="zh-CN" sz="1400" b="0" i="0" u="none" strike="noStrike" kern="1200" cap="none" spc="0" normalizeH="0" baseline="0" noProof="0">
              <a:ln>
                <a:noFill/>
              </a:ln>
              <a:solidFill>
                <a:prstClr val="black"/>
              </a:solidFill>
              <a:effectLst/>
              <a:uLnTx/>
              <a:uFillTx/>
              <a:latin typeface="Arial" panose="020B0604020202020204" pitchFamily="34" charset="0"/>
              <a:sym typeface="Quicksand"/>
            </a:endParaRPr>
          </a:p>
        </p:txBody>
      </p:sp>
    </p:spTree>
    <p:extLst>
      <p:ext uri="{BB962C8B-B14F-4D97-AF65-F5344CB8AC3E}">
        <p14:creationId xmlns:p14="http://schemas.microsoft.com/office/powerpoint/2010/main" val="26432030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D277B-F1EB-B406-77A1-6CE15B5F504D}"/>
            </a:ext>
          </a:extLst>
        </p:cNvPr>
        <p:cNvGrpSpPr/>
        <p:nvPr/>
      </p:nvGrpSpPr>
      <p:grpSpPr>
        <a:xfrm>
          <a:off x="0" y="0"/>
          <a:ext cx="0" cy="0"/>
          <a:chOff x="0" y="0"/>
          <a:chExt cx="0" cy="0"/>
        </a:xfrm>
      </p:grpSpPr>
      <p:sp>
        <p:nvSpPr>
          <p:cNvPr id="18435" name="Slide Number Placeholder 3">
            <a:extLst>
              <a:ext uri="{FF2B5EF4-FFF2-40B4-BE49-F238E27FC236}">
                <a16:creationId xmlns:a16="http://schemas.microsoft.com/office/drawing/2014/main" id="{9590157D-3427-0922-17E0-9333153F2170}"/>
              </a:ext>
            </a:extLst>
          </p:cNvPr>
          <p:cNvSpPr>
            <a:spLocks noGrp="1"/>
          </p:cNvSpPr>
          <p:nvPr>
            <p:ph type="sldNum" sz="quarter" idx="12"/>
          </p:nvPr>
        </p:nvSpPr>
        <p:spPr>
          <a:noFill/>
        </p:spPr>
        <p:txBody>
          <a:bodyPr/>
          <a:lstStyle>
            <a:lvl1pPr eaLnBrk="0" hangingPunct="0">
              <a:defRPr sz="4400">
                <a:solidFill>
                  <a:schemeClr val="tx1"/>
                </a:solidFill>
                <a:latin typeface="Arial" panose="020B0604020202020204" pitchFamily="34" charset="0"/>
              </a:defRPr>
            </a:lvl1pPr>
            <a:lvl2pPr marL="742950" indent="-285750" eaLnBrk="0" hangingPunct="0">
              <a:defRPr sz="4400">
                <a:solidFill>
                  <a:schemeClr val="tx1"/>
                </a:solidFill>
                <a:latin typeface="Arial" panose="020B0604020202020204" pitchFamily="34" charset="0"/>
              </a:defRPr>
            </a:lvl2pPr>
            <a:lvl3pPr marL="1143000" indent="-228600" eaLnBrk="0" hangingPunct="0">
              <a:defRPr sz="4400">
                <a:solidFill>
                  <a:schemeClr val="tx1"/>
                </a:solidFill>
                <a:latin typeface="Arial" panose="020B0604020202020204" pitchFamily="34" charset="0"/>
              </a:defRPr>
            </a:lvl3pPr>
            <a:lvl4pPr marL="1600200" indent="-228600" eaLnBrk="0" hangingPunct="0">
              <a:defRPr sz="4400">
                <a:solidFill>
                  <a:schemeClr val="tx1"/>
                </a:solidFill>
                <a:latin typeface="Arial" panose="020B0604020202020204" pitchFamily="34" charset="0"/>
              </a:defRPr>
            </a:lvl4pPr>
            <a:lvl5pPr marL="2057400" indent="-228600" eaLnBrk="0" hangingPunct="0">
              <a:defRPr sz="4400">
                <a:solidFill>
                  <a:schemeClr val="tx1"/>
                </a:solidFill>
                <a:latin typeface="Arial" panose="020B0604020202020204" pitchFamily="34" charset="0"/>
              </a:defRPr>
            </a:lvl5pPr>
            <a:lvl6pPr marL="2514600" indent="-228600" eaLnBrk="0" fontAlgn="base" hangingPunct="0">
              <a:spcBef>
                <a:spcPct val="0"/>
              </a:spcBef>
              <a:spcAft>
                <a:spcPct val="0"/>
              </a:spcAft>
              <a:defRPr sz="4400">
                <a:solidFill>
                  <a:schemeClr val="tx1"/>
                </a:solidFill>
                <a:latin typeface="Arial" panose="020B0604020202020204" pitchFamily="34" charset="0"/>
              </a:defRPr>
            </a:lvl6pPr>
            <a:lvl7pPr marL="2971800" indent="-228600" eaLnBrk="0" fontAlgn="base" hangingPunct="0">
              <a:spcBef>
                <a:spcPct val="0"/>
              </a:spcBef>
              <a:spcAft>
                <a:spcPct val="0"/>
              </a:spcAft>
              <a:defRPr sz="4400">
                <a:solidFill>
                  <a:schemeClr val="tx1"/>
                </a:solidFill>
                <a:latin typeface="Arial" panose="020B0604020202020204" pitchFamily="34" charset="0"/>
              </a:defRPr>
            </a:lvl7pPr>
            <a:lvl8pPr marL="3429000" indent="-228600" eaLnBrk="0" fontAlgn="base" hangingPunct="0">
              <a:spcBef>
                <a:spcPct val="0"/>
              </a:spcBef>
              <a:spcAft>
                <a:spcPct val="0"/>
              </a:spcAft>
              <a:defRPr sz="4400">
                <a:solidFill>
                  <a:schemeClr val="tx1"/>
                </a:solidFill>
                <a:latin typeface="Arial" panose="020B0604020202020204" pitchFamily="34" charset="0"/>
              </a:defRPr>
            </a:lvl8pPr>
            <a:lvl9pPr marL="3886200" indent="-228600" eaLnBrk="0" fontAlgn="base" hangingPunct="0">
              <a:spcBef>
                <a:spcPct val="0"/>
              </a:spcBef>
              <a:spcAft>
                <a:spcPct val="0"/>
              </a:spcAft>
              <a:defRPr sz="4400">
                <a:solidFill>
                  <a:schemeClr val="tx1"/>
                </a:solidFill>
                <a:latin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AAC97FDE-6D0B-465D-A4D2-AE4FE6999FEF}" type="slidenum">
              <a:rPr kumimoji="0" lang="en-US" altLang="zh-CN" sz="1400" b="0" i="0" u="none" strike="noStrike" kern="1200" cap="none" spc="0" normalizeH="0" baseline="0" noProof="0">
                <a:ln>
                  <a:noFill/>
                </a:ln>
                <a:solidFill>
                  <a:prstClr val="black"/>
                </a:solidFill>
                <a:effectLst/>
                <a:uLnTx/>
                <a:uFillTx/>
                <a:latin typeface="Arial" panose="020B0604020202020204" pitchFamily="34" charset="0"/>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altLang="zh-CN" sz="1400" b="0" i="0" u="none" strike="noStrike" kern="1200" cap="none" spc="0" normalizeH="0" baseline="0" noProof="0">
              <a:ln>
                <a:noFill/>
              </a:ln>
              <a:solidFill>
                <a:prstClr val="black"/>
              </a:solidFill>
              <a:effectLst/>
              <a:uLnTx/>
              <a:uFillTx/>
              <a:latin typeface="Arial" panose="020B0604020202020204" pitchFamily="34" charset="0"/>
              <a:sym typeface="Quicksand"/>
            </a:endParaRPr>
          </a:p>
        </p:txBody>
      </p:sp>
      <p:pic>
        <p:nvPicPr>
          <p:cNvPr id="5" name="Picture 4">
            <a:extLst>
              <a:ext uri="{FF2B5EF4-FFF2-40B4-BE49-F238E27FC236}">
                <a16:creationId xmlns:a16="http://schemas.microsoft.com/office/drawing/2014/main" id="{54E74BC7-0F34-5A02-309E-328693C02D4E}"/>
              </a:ext>
            </a:extLst>
          </p:cNvPr>
          <p:cNvPicPr>
            <a:picLocks noChangeAspect="1"/>
          </p:cNvPicPr>
          <p:nvPr/>
        </p:nvPicPr>
        <p:blipFill>
          <a:blip r:embed="rId2"/>
          <a:stretch>
            <a:fillRect/>
          </a:stretch>
        </p:blipFill>
        <p:spPr>
          <a:xfrm>
            <a:off x="884236" y="448888"/>
            <a:ext cx="8827006" cy="5047326"/>
          </a:xfrm>
          <a:prstGeom prst="rect">
            <a:avLst/>
          </a:prstGeom>
        </p:spPr>
      </p:pic>
    </p:spTree>
    <p:extLst>
      <p:ext uri="{BB962C8B-B14F-4D97-AF65-F5344CB8AC3E}">
        <p14:creationId xmlns:p14="http://schemas.microsoft.com/office/powerpoint/2010/main" val="33567647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Pagerank</a:t>
            </a:r>
            <a:r>
              <a:rPr lang="en-IN" dirty="0"/>
              <a:t> in Spark: Steps</a:t>
            </a:r>
          </a:p>
        </p:txBody>
      </p:sp>
      <p:sp>
        <p:nvSpPr>
          <p:cNvPr id="3" name="Content Placeholder 2"/>
          <p:cNvSpPr>
            <a:spLocks noGrp="1"/>
          </p:cNvSpPr>
          <p:nvPr>
            <p:ph idx="1"/>
          </p:nvPr>
        </p:nvSpPr>
        <p:spPr/>
        <p:txBody>
          <a:bodyPr/>
          <a:lstStyle/>
          <a:p>
            <a:r>
              <a:rPr lang="en-US" dirty="0"/>
              <a:t>Part 1: Reading and storing data</a:t>
            </a:r>
          </a:p>
          <a:p>
            <a:endParaRPr lang="en-US" dirty="0"/>
          </a:p>
          <a:p>
            <a:r>
              <a:rPr lang="en-US" dirty="0"/>
              <a:t>Part 2: Populating the Initial </a:t>
            </a:r>
            <a:r>
              <a:rPr lang="en-US" dirty="0" err="1"/>
              <a:t>pagerank</a:t>
            </a:r>
            <a:r>
              <a:rPr lang="en-US" dirty="0"/>
              <a:t> values</a:t>
            </a:r>
          </a:p>
          <a:p>
            <a:endParaRPr lang="en-US" dirty="0"/>
          </a:p>
          <a:p>
            <a:r>
              <a:rPr lang="en-US" dirty="0"/>
              <a:t>Part 3: Looping </a:t>
            </a:r>
          </a:p>
          <a:p>
            <a:pPr lvl="1"/>
            <a:r>
              <a:rPr lang="en-US" dirty="0"/>
              <a:t>Calculating Contributions from individual pages</a:t>
            </a:r>
          </a:p>
          <a:p>
            <a:pPr lvl="1"/>
            <a:r>
              <a:rPr lang="en-US" dirty="0"/>
              <a:t>Re-calculating Ranks by aggregation</a:t>
            </a:r>
            <a:endParaRPr lang="en-IN"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spTree>
    <p:extLst>
      <p:ext uri="{BB962C8B-B14F-4D97-AF65-F5344CB8AC3E}">
        <p14:creationId xmlns:p14="http://schemas.microsoft.com/office/powerpoint/2010/main" val="7888433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 Format</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sp>
        <p:nvSpPr>
          <p:cNvPr id="3" name="TextBox 2"/>
          <p:cNvSpPr txBox="1"/>
          <p:nvPr/>
        </p:nvSpPr>
        <p:spPr>
          <a:xfrm>
            <a:off x="4614501" y="2015921"/>
            <a:ext cx="1293944" cy="13234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rial"/>
                <a:ea typeface="+mn-ea"/>
                <a:cs typeface="+mn-cs"/>
              </a:rPr>
              <a:t>A  	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rial"/>
                <a:ea typeface="+mn-ea"/>
                <a:cs typeface="+mn-cs"/>
              </a:rPr>
              <a:t>B  	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rial"/>
                <a:ea typeface="+mn-ea"/>
                <a:cs typeface="+mn-cs"/>
              </a:rPr>
              <a:t>A  	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rial"/>
                <a:ea typeface="+mn-ea"/>
                <a:cs typeface="+mn-cs"/>
              </a:rPr>
              <a:t>D  	E</a:t>
            </a:r>
          </a:p>
        </p:txBody>
      </p:sp>
      <p:sp>
        <p:nvSpPr>
          <p:cNvPr id="6" name="TextBox 5"/>
          <p:cNvSpPr txBox="1"/>
          <p:nvPr/>
        </p:nvSpPr>
        <p:spPr>
          <a:xfrm>
            <a:off x="4542997" y="1207958"/>
            <a:ext cx="1589227"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Arial"/>
                <a:ea typeface="+mn-ea"/>
                <a:cs typeface="+mn-cs"/>
              </a:rPr>
              <a:t>From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Arial"/>
                <a:ea typeface="+mn-ea"/>
                <a:cs typeface="+mn-cs"/>
              </a:rPr>
              <a:t>page    </a:t>
            </a:r>
            <a:r>
              <a:rPr kumimoji="0" lang="en-IN" sz="1800" b="1" i="0" u="none" strike="noStrike" kern="1200" cap="none" spc="0" normalizeH="0" baseline="0" noProof="0" dirty="0" err="1">
                <a:ln>
                  <a:noFill/>
                </a:ln>
                <a:solidFill>
                  <a:prstClr val="black"/>
                </a:solidFill>
                <a:effectLst/>
                <a:uLnTx/>
                <a:uFillTx/>
                <a:latin typeface="Arial"/>
                <a:ea typeface="+mn-ea"/>
                <a:cs typeface="+mn-cs"/>
              </a:rPr>
              <a:t>page</a:t>
            </a:r>
            <a:endParaRPr kumimoji="0" lang="en-IN" sz="1800" b="1" i="0" u="none" strike="noStrike" kern="1200" cap="none" spc="0" normalizeH="0" baseline="0" noProof="0" dirty="0">
              <a:ln>
                <a:noFill/>
              </a:ln>
              <a:solidFill>
                <a:prstClr val="black"/>
              </a:solidFill>
              <a:effectLst/>
              <a:uLnTx/>
              <a:uFillTx/>
              <a:latin typeface="Arial"/>
              <a:ea typeface="+mn-ea"/>
              <a:cs typeface="+mn-cs"/>
            </a:endParaRPr>
          </a:p>
        </p:txBody>
      </p:sp>
      <p:sp>
        <p:nvSpPr>
          <p:cNvPr id="7" name="TextBox 6"/>
          <p:cNvSpPr txBox="1"/>
          <p:nvPr/>
        </p:nvSpPr>
        <p:spPr>
          <a:xfrm>
            <a:off x="5261473" y="1207958"/>
            <a:ext cx="577915"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Arial"/>
                <a:ea typeface="+mn-ea"/>
                <a:cs typeface="+mn-cs"/>
              </a:rPr>
              <a:t> To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7631537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2667" y="294678"/>
            <a:ext cx="10972800" cy="541215"/>
          </a:xfrm>
        </p:spPr>
        <p:txBody>
          <a:bodyPr/>
          <a:lstStyle/>
          <a:p>
            <a:r>
              <a:rPr lang="en-IN" dirty="0"/>
              <a:t>Reading and Storing data</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sp>
        <p:nvSpPr>
          <p:cNvPr id="5" name="TextBox 4"/>
          <p:cNvSpPr txBox="1"/>
          <p:nvPr/>
        </p:nvSpPr>
        <p:spPr>
          <a:xfrm>
            <a:off x="0" y="1577563"/>
            <a:ext cx="8737600" cy="370287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133" b="0" i="0" u="none" strike="noStrike" kern="1200" cap="none" spc="0" normalizeH="0" baseline="0" noProof="0" dirty="0">
                <a:ln>
                  <a:noFill/>
                </a:ln>
                <a:solidFill>
                  <a:srgbClr val="0070C0"/>
                </a:solidFill>
                <a:effectLst/>
                <a:uLnTx/>
                <a:uFillTx/>
                <a:latin typeface="Arial"/>
                <a:ea typeface="+mn-ea"/>
                <a:cs typeface="+mn-cs"/>
              </a:rPr>
              <a:t>// read file disk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133" b="0" i="0" u="none" strike="noStrike" kern="1200" cap="none" spc="0" normalizeH="0" baseline="0" noProof="0" dirty="0" err="1">
                <a:ln>
                  <a:noFill/>
                </a:ln>
                <a:solidFill>
                  <a:prstClr val="black"/>
                </a:solidFill>
                <a:effectLst/>
                <a:uLnTx/>
                <a:uFillTx/>
                <a:latin typeface="Arial"/>
                <a:ea typeface="+mn-ea"/>
                <a:cs typeface="+mn-cs"/>
              </a:rPr>
              <a:t>val</a:t>
            </a:r>
            <a:r>
              <a:rPr kumimoji="0" lang="en-IN" sz="2133" b="0" i="0" u="none" strike="noStrike" kern="1200" cap="none" spc="0" normalizeH="0" baseline="0" noProof="0" dirty="0">
                <a:ln>
                  <a:noFill/>
                </a:ln>
                <a:solidFill>
                  <a:prstClr val="black"/>
                </a:solidFill>
                <a:effectLst/>
                <a:uLnTx/>
                <a:uFillTx/>
                <a:latin typeface="Arial"/>
                <a:ea typeface="+mn-ea"/>
                <a:cs typeface="+mn-cs"/>
              </a:rPr>
              <a:t> lines = </a:t>
            </a:r>
            <a:r>
              <a:rPr kumimoji="0" lang="en-IN" sz="2133" b="0" i="0" u="none" strike="noStrike" kern="1200" cap="none" spc="0" normalizeH="0" baseline="0" noProof="0" dirty="0" err="1">
                <a:ln>
                  <a:noFill/>
                </a:ln>
                <a:solidFill>
                  <a:prstClr val="black"/>
                </a:solidFill>
                <a:effectLst/>
                <a:uLnTx/>
                <a:uFillTx/>
                <a:latin typeface="Arial"/>
                <a:ea typeface="+mn-ea"/>
                <a:cs typeface="+mn-cs"/>
              </a:rPr>
              <a:t>sc.textFile</a:t>
            </a:r>
            <a:r>
              <a:rPr kumimoji="0" lang="en-IN" sz="2133" b="0" i="0" u="none" strike="noStrike" kern="1200" cap="none" spc="0" normalizeH="0" baseline="0" noProof="0" dirty="0">
                <a:ln>
                  <a:noFill/>
                </a:ln>
                <a:solidFill>
                  <a:prstClr val="black"/>
                </a:solidFill>
                <a:effectLst/>
                <a:uLnTx/>
                <a:uFillTx/>
                <a:latin typeface="Arial"/>
                <a:ea typeface="+mn-ea"/>
                <a:cs typeface="+mn-cs"/>
              </a:rPr>
              <a:t>(</a:t>
            </a:r>
            <a:r>
              <a:rPr kumimoji="0" lang="en-IN" sz="2133" b="0" i="0" u="none" strike="noStrike" kern="1200" cap="none" spc="0" normalizeH="0" baseline="0" noProof="0" dirty="0" err="1">
                <a:ln>
                  <a:noFill/>
                </a:ln>
                <a:solidFill>
                  <a:prstClr val="black"/>
                </a:solidFill>
                <a:effectLst/>
                <a:uLnTx/>
                <a:uFillTx/>
                <a:latin typeface="Arial"/>
                <a:ea typeface="+mn-ea"/>
                <a:cs typeface="+mn-cs"/>
              </a:rPr>
              <a:t>inputFile</a:t>
            </a:r>
            <a:r>
              <a:rPr kumimoji="0" lang="en-IN" sz="2133" b="0" i="0" u="none" strike="noStrike" kern="1200" cap="none" spc="0" normalizeH="0" baseline="0" noProof="0" dirty="0">
                <a:ln>
                  <a:noFill/>
                </a:ln>
                <a:solidFill>
                  <a:prstClr val="black"/>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133"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133" b="0" i="0" u="none" strike="noStrike" kern="1200" cap="none" spc="0" normalizeH="0" baseline="0" noProof="0" dirty="0">
                <a:ln>
                  <a:noFill/>
                </a:ln>
                <a:solidFill>
                  <a:srgbClr val="0070C0"/>
                </a:solidFill>
                <a:effectLst/>
                <a:uLnTx/>
                <a:uFillTx/>
                <a:latin typeface="Arial"/>
                <a:ea typeface="+mn-ea"/>
                <a:cs typeface="+mn-cs"/>
              </a:rPr>
              <a:t>// create paired </a:t>
            </a:r>
            <a:r>
              <a:rPr kumimoji="0" lang="en-IN" sz="2133" b="0" i="0" u="none" strike="noStrike" kern="1200" cap="none" spc="0" normalizeH="0" baseline="0" noProof="0" dirty="0" err="1">
                <a:ln>
                  <a:noFill/>
                </a:ln>
                <a:solidFill>
                  <a:srgbClr val="0070C0"/>
                </a:solidFill>
                <a:effectLst/>
                <a:uLnTx/>
                <a:uFillTx/>
                <a:latin typeface="Arial"/>
                <a:ea typeface="+mn-ea"/>
                <a:cs typeface="+mn-cs"/>
              </a:rPr>
              <a:t>rdd</a:t>
            </a:r>
            <a:r>
              <a:rPr kumimoji="0" lang="en-IN" sz="2133" b="0" i="0" u="none" strike="noStrike" kern="1200" cap="none" spc="0" normalizeH="0" baseline="0" noProof="0" dirty="0">
                <a:ln>
                  <a:noFill/>
                </a:ln>
                <a:solidFill>
                  <a:srgbClr val="0070C0"/>
                </a:solidFill>
                <a:effectLst/>
                <a:uLnTx/>
                <a:uFillTx/>
                <a:latin typeface="Arial"/>
                <a:ea typeface="+mn-ea"/>
                <a:cs typeface="+mn-cs"/>
              </a:rPr>
              <a:t> (from node and to node)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33" b="0" i="0" u="none" strike="noStrike" kern="1200" cap="none" spc="0" normalizeH="0" baseline="0" noProof="0" dirty="0" err="1">
                <a:ln>
                  <a:noFill/>
                </a:ln>
                <a:solidFill>
                  <a:prstClr val="black"/>
                </a:solidFill>
                <a:effectLst/>
                <a:uLnTx/>
                <a:uFillTx/>
                <a:latin typeface="Arial"/>
                <a:ea typeface="+mn-ea"/>
                <a:cs typeface="+mn-cs"/>
              </a:rPr>
              <a:t>val</a:t>
            </a:r>
            <a:r>
              <a:rPr kumimoji="0" lang="en-US" sz="2133" b="0" i="0" u="none" strike="noStrike" kern="1200" cap="none" spc="0" normalizeH="0" baseline="0" noProof="0" dirty="0">
                <a:ln>
                  <a:noFill/>
                </a:ln>
                <a:solidFill>
                  <a:prstClr val="black"/>
                </a:solidFill>
                <a:effectLst/>
                <a:uLnTx/>
                <a:uFillTx/>
                <a:latin typeface="Arial"/>
                <a:ea typeface="+mn-ea"/>
                <a:cs typeface="+mn-cs"/>
              </a:rPr>
              <a:t> pairs = </a:t>
            </a:r>
            <a:r>
              <a:rPr kumimoji="0" lang="en-US" sz="2133" b="0" i="0" u="none" strike="noStrike" kern="1200" cap="none" spc="0" normalizeH="0" baseline="0" noProof="0" dirty="0" err="1">
                <a:ln>
                  <a:noFill/>
                </a:ln>
                <a:solidFill>
                  <a:prstClr val="black"/>
                </a:solidFill>
                <a:effectLst/>
                <a:uLnTx/>
                <a:uFillTx/>
                <a:latin typeface="Arial"/>
                <a:ea typeface="+mn-ea"/>
                <a:cs typeface="+mn-cs"/>
              </a:rPr>
              <a:t>lines.map</a:t>
            </a:r>
            <a:r>
              <a:rPr kumimoji="0" lang="en-US" sz="2133" b="0" i="0" u="none" strike="noStrike" kern="1200" cap="none" spc="0" normalizeH="0" baseline="0" noProof="0" dirty="0">
                <a:ln>
                  <a:noFill/>
                </a:ln>
                <a:solidFill>
                  <a:prstClr val="black"/>
                </a:solidFill>
                <a:effectLst/>
                <a:uLnTx/>
                <a:uFillTx/>
                <a:latin typeface="Arial"/>
                <a:ea typeface="+mn-ea"/>
                <a:cs typeface="+mn-cs"/>
              </a:rPr>
              <a:t> { s =&gt;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33" b="0" i="0" u="none" strike="noStrike" kern="1200" cap="none" spc="0" normalizeH="0" baseline="0" noProof="0" dirty="0">
                <a:ln>
                  <a:noFill/>
                </a:ln>
                <a:solidFill>
                  <a:prstClr val="black"/>
                </a:solidFill>
                <a:effectLst/>
                <a:uLnTx/>
                <a:uFillTx/>
                <a:latin typeface="Arial"/>
                <a:ea typeface="+mn-ea"/>
                <a:cs typeface="+mn-cs"/>
              </a:rPr>
              <a:t>                 </a:t>
            </a:r>
            <a:r>
              <a:rPr kumimoji="0" lang="en-US" sz="2133" b="0" i="0" u="none" strike="noStrike" kern="1200" cap="none" spc="0" normalizeH="0" baseline="0" noProof="0" dirty="0" err="1">
                <a:ln>
                  <a:noFill/>
                </a:ln>
                <a:solidFill>
                  <a:prstClr val="black"/>
                </a:solidFill>
                <a:effectLst/>
                <a:uLnTx/>
                <a:uFillTx/>
                <a:latin typeface="Arial"/>
                <a:ea typeface="+mn-ea"/>
                <a:cs typeface="+mn-cs"/>
              </a:rPr>
              <a:t>val</a:t>
            </a:r>
            <a:r>
              <a:rPr kumimoji="0" lang="en-US" sz="2133" b="0" i="0" u="none" strike="noStrike" kern="1200" cap="none" spc="0" normalizeH="0" baseline="0" noProof="0" dirty="0">
                <a:ln>
                  <a:noFill/>
                </a:ln>
                <a:solidFill>
                  <a:prstClr val="black"/>
                </a:solidFill>
                <a:effectLst/>
                <a:uLnTx/>
                <a:uFillTx/>
                <a:latin typeface="Arial"/>
                <a:ea typeface="+mn-ea"/>
                <a:cs typeface="+mn-cs"/>
              </a:rPr>
              <a:t> parts = </a:t>
            </a:r>
            <a:r>
              <a:rPr kumimoji="0" lang="en-US" sz="2133" b="0" i="0" u="none" strike="noStrike" kern="1200" cap="none" spc="0" normalizeH="0" baseline="0" noProof="0" dirty="0" err="1">
                <a:ln>
                  <a:noFill/>
                </a:ln>
                <a:solidFill>
                  <a:prstClr val="black"/>
                </a:solidFill>
                <a:effectLst/>
                <a:uLnTx/>
                <a:uFillTx/>
                <a:latin typeface="Arial"/>
                <a:ea typeface="+mn-ea"/>
                <a:cs typeface="+mn-cs"/>
              </a:rPr>
              <a:t>s.split</a:t>
            </a:r>
            <a:r>
              <a:rPr kumimoji="0" lang="en-US" sz="2133" b="0" i="0" u="none" strike="noStrike" kern="1200" cap="none" spc="0" normalizeH="0" baseline="0" noProof="0" dirty="0">
                <a:ln>
                  <a:noFill/>
                </a:ln>
                <a:solidFill>
                  <a:prstClr val="black"/>
                </a:solidFill>
                <a:effectLst/>
                <a:uLnTx/>
                <a:uFillTx/>
                <a:latin typeface="Arial"/>
                <a:ea typeface="+mn-ea"/>
                <a:cs typeface="+mn-cs"/>
              </a:rPr>
              <a:t>("\\s+")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33" b="0" i="0" u="none" strike="noStrike" kern="1200" cap="none" spc="0" normalizeH="0" baseline="0" noProof="0" dirty="0">
                <a:ln>
                  <a:noFill/>
                </a:ln>
                <a:solidFill>
                  <a:prstClr val="black"/>
                </a:solidFill>
                <a:effectLst/>
                <a:uLnTx/>
                <a:uFillTx/>
                <a:latin typeface="Arial"/>
                <a:ea typeface="+mn-ea"/>
                <a:cs typeface="+mn-cs"/>
              </a:rPr>
              <a:t>                 (parts(0), parts(1))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33" b="0" i="0" u="none" strike="noStrike" kern="1200" cap="none" spc="0" normalizeH="0" baseline="0" noProof="0" dirty="0">
                <a:ln>
                  <a:noFill/>
                </a:ln>
                <a:solidFill>
                  <a:prstClr val="black"/>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33" b="0" i="0" u="none" strike="noStrike" kern="1200" cap="none" spc="0" normalizeH="0" baseline="0" noProof="0" dirty="0">
                <a:ln>
                  <a:noFill/>
                </a:ln>
                <a:solidFill>
                  <a:srgbClr val="0070C0"/>
                </a:solidFill>
                <a:effectLst/>
                <a:uLnTx/>
                <a:uFillTx/>
                <a:latin typeface="Arial"/>
                <a:ea typeface="+mn-ea"/>
                <a:cs typeface="+mn-cs"/>
              </a:rPr>
              <a:t>// create adjacency list and store in memory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33" b="0" i="0" u="none" strike="noStrike" kern="1200" cap="none" spc="0" normalizeH="0" baseline="0" noProof="0" dirty="0" err="1">
                <a:ln>
                  <a:noFill/>
                </a:ln>
                <a:solidFill>
                  <a:prstClr val="black"/>
                </a:solidFill>
                <a:effectLst/>
                <a:uLnTx/>
                <a:uFillTx/>
                <a:latin typeface="Arial"/>
                <a:ea typeface="+mn-ea"/>
                <a:cs typeface="+mn-cs"/>
              </a:rPr>
              <a:t>val</a:t>
            </a:r>
            <a:r>
              <a:rPr kumimoji="0" lang="en-US" sz="2133" b="0" i="0" u="none" strike="noStrike" kern="1200" cap="none" spc="0" normalizeH="0" baseline="0" noProof="0" dirty="0">
                <a:ln>
                  <a:noFill/>
                </a:ln>
                <a:solidFill>
                  <a:prstClr val="black"/>
                </a:solidFill>
                <a:effectLst/>
                <a:uLnTx/>
                <a:uFillTx/>
                <a:latin typeface="Arial"/>
                <a:ea typeface="+mn-ea"/>
                <a:cs typeface="+mn-cs"/>
              </a:rPr>
              <a:t> links = </a:t>
            </a:r>
            <a:r>
              <a:rPr kumimoji="0" lang="en-US" sz="2133" b="0" i="0" u="none" strike="noStrike" kern="1200" cap="none" spc="0" normalizeH="0" baseline="0" noProof="0" dirty="0" err="1">
                <a:ln>
                  <a:noFill/>
                </a:ln>
                <a:solidFill>
                  <a:prstClr val="black"/>
                </a:solidFill>
                <a:effectLst/>
                <a:uLnTx/>
                <a:uFillTx/>
                <a:latin typeface="Arial"/>
                <a:ea typeface="+mn-ea"/>
                <a:cs typeface="+mn-cs"/>
              </a:rPr>
              <a:t>pairs.distinct</a:t>
            </a:r>
            <a:r>
              <a:rPr kumimoji="0" lang="en-US" sz="2133" b="0" i="0" u="none" strike="noStrike" kern="1200" cap="none" spc="0" normalizeH="0" baseline="0" noProof="0" dirty="0">
                <a:ln>
                  <a:noFill/>
                </a:ln>
                <a:solidFill>
                  <a:prstClr val="black"/>
                </a:solidFill>
                <a:effectLst/>
                <a:uLnTx/>
                <a:uFillTx/>
                <a:latin typeface="Arial"/>
                <a:ea typeface="+mn-ea"/>
                <a:cs typeface="+mn-cs"/>
              </a:rPr>
              <a:t>().</a:t>
            </a:r>
            <a:r>
              <a:rPr kumimoji="0" lang="en-US" sz="2133" b="0" i="0" u="none" strike="noStrike" kern="1200" cap="none" spc="0" normalizeH="0" baseline="0" noProof="0" dirty="0" err="1">
                <a:ln>
                  <a:noFill/>
                </a:ln>
                <a:solidFill>
                  <a:prstClr val="black"/>
                </a:solidFill>
                <a:effectLst/>
                <a:uLnTx/>
                <a:uFillTx/>
                <a:latin typeface="Arial"/>
                <a:ea typeface="+mn-ea"/>
                <a:cs typeface="+mn-cs"/>
              </a:rPr>
              <a:t>groupByKey</a:t>
            </a:r>
            <a:r>
              <a:rPr kumimoji="0" lang="en-US" sz="2133" b="0" i="0" u="none" strike="noStrike" kern="1200" cap="none" spc="0" normalizeH="0" baseline="0" noProof="0" dirty="0">
                <a:ln>
                  <a:noFill/>
                </a:ln>
                <a:solidFill>
                  <a:prstClr val="black"/>
                </a:solidFill>
                <a:effectLst/>
                <a:uLnTx/>
                <a:uFillTx/>
                <a:latin typeface="Arial"/>
                <a:ea typeface="+mn-ea"/>
                <a:cs typeface="+mn-cs"/>
              </a:rPr>
              <a:t>().cache()</a:t>
            </a:r>
            <a:endParaRPr kumimoji="0" lang="en-IN" sz="2133" b="0" i="0" u="none" strike="noStrike" kern="1200" cap="none" spc="0" normalizeH="0" baseline="0" noProof="0" dirty="0">
              <a:ln>
                <a:noFill/>
              </a:ln>
              <a:solidFill>
                <a:prstClr val="black"/>
              </a:solidFill>
              <a:effectLst/>
              <a:uLnTx/>
              <a:uFillTx/>
              <a:latin typeface="Arial"/>
              <a:ea typeface="+mn-ea"/>
              <a:cs typeface="+mn-cs"/>
            </a:endParaRPr>
          </a:p>
        </p:txBody>
      </p:sp>
      <p:pic>
        <p:nvPicPr>
          <p:cNvPr id="6" name="Picture 5">
            <a:extLst>
              <a:ext uri="{FF2B5EF4-FFF2-40B4-BE49-F238E27FC236}">
                <a16:creationId xmlns:a16="http://schemas.microsoft.com/office/drawing/2014/main" id="{1AD19F68-4AAF-1B4A-5A36-CB2B9D52E909}"/>
              </a:ext>
            </a:extLst>
          </p:cNvPr>
          <p:cNvPicPr>
            <a:picLocks noChangeAspect="1"/>
          </p:cNvPicPr>
          <p:nvPr/>
        </p:nvPicPr>
        <p:blipFill>
          <a:blip r:embed="rId2"/>
          <a:stretch>
            <a:fillRect/>
          </a:stretch>
        </p:blipFill>
        <p:spPr>
          <a:xfrm>
            <a:off x="5617027" y="2350779"/>
            <a:ext cx="5578929" cy="2572109"/>
          </a:xfrm>
          <a:prstGeom prst="rect">
            <a:avLst/>
          </a:prstGeom>
        </p:spPr>
      </p:pic>
    </p:spTree>
    <p:extLst>
      <p:ext uri="{BB962C8B-B14F-4D97-AF65-F5344CB8AC3E}">
        <p14:creationId xmlns:p14="http://schemas.microsoft.com/office/powerpoint/2010/main" val="6791037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66AB892-79F9-B74B-4856-2672B21768AA}"/>
              </a:ext>
            </a:extLst>
          </p:cNvPr>
          <p:cNvSpPr txBox="1"/>
          <p:nvPr/>
        </p:nvSpPr>
        <p:spPr>
          <a:xfrm>
            <a:off x="130628" y="0"/>
            <a:ext cx="5780315" cy="6740307"/>
          </a:xfrm>
          <a:prstGeom prst="rect">
            <a:avLst/>
          </a:prstGeom>
          <a:noFill/>
        </p:spPr>
        <p:txBody>
          <a:bodyPr wrap="square" rtlCol="0">
            <a:spAutoFit/>
          </a:bodyPr>
          <a:lstStyle/>
          <a:p>
            <a:r>
              <a:rPr lang="en-US" dirty="0"/>
              <a:t>“lines” RDD : each element is a single string </a:t>
            </a:r>
          </a:p>
          <a:p>
            <a:r>
              <a:rPr lang="pt-BR" dirty="0"/>
              <a:t>"A B"</a:t>
            </a:r>
          </a:p>
          <a:p>
            <a:r>
              <a:rPr lang="pt-BR" dirty="0"/>
              <a:t>"A C"</a:t>
            </a:r>
          </a:p>
          <a:p>
            <a:r>
              <a:rPr lang="pt-BR" dirty="0"/>
              <a:t>“A D "</a:t>
            </a:r>
          </a:p>
          <a:p>
            <a:r>
              <a:rPr lang="pt-BR" dirty="0"/>
              <a:t>“D E“</a:t>
            </a:r>
          </a:p>
          <a:p>
            <a:r>
              <a:rPr lang="pt-BR" dirty="0"/>
              <a:t>Inside .map :: s.split(</a:t>
            </a:r>
            <a:r>
              <a:rPr lang="pt-BR" dirty="0">
                <a:hlinkClick r:id="rId2" action="ppaction://hlinkfile"/>
              </a:rPr>
              <a:t>\\s+</a:t>
            </a:r>
            <a:r>
              <a:rPr lang="pt-BR" dirty="0"/>
              <a:t>) is basically converting each string into an array (parts)</a:t>
            </a:r>
          </a:p>
          <a:p>
            <a:r>
              <a:rPr lang="pt-BR" dirty="0"/>
              <a:t>.map function returns the tuple (parts(0),parts(1))</a:t>
            </a:r>
          </a:p>
          <a:p>
            <a:endParaRPr lang="pt-BR" dirty="0"/>
          </a:p>
          <a:p>
            <a:r>
              <a:rPr lang="pt-BR" dirty="0"/>
              <a:t>val pairs looks like : </a:t>
            </a:r>
          </a:p>
          <a:p>
            <a:r>
              <a:rPr lang="pt-BR" dirty="0"/>
              <a:t>("A", "B")</a:t>
            </a:r>
          </a:p>
          <a:p>
            <a:r>
              <a:rPr lang="pt-BR" dirty="0"/>
              <a:t>("A", "C")</a:t>
            </a:r>
          </a:p>
          <a:p>
            <a:r>
              <a:rPr lang="pt-BR" dirty="0"/>
              <a:t>("B", "C")</a:t>
            </a:r>
          </a:p>
          <a:p>
            <a:r>
              <a:rPr lang="pt-BR" dirty="0"/>
              <a:t>("C", "A")</a:t>
            </a:r>
          </a:p>
          <a:p>
            <a:endParaRPr lang="pt-BR" dirty="0"/>
          </a:p>
          <a:p>
            <a:endParaRPr lang="pt-BR" dirty="0"/>
          </a:p>
          <a:p>
            <a:r>
              <a:rPr lang="pt-BR" dirty="0"/>
              <a:t>val links = pairs.distinct().groupByKey().cache()</a:t>
            </a:r>
          </a:p>
          <a:p>
            <a:endParaRPr lang="pt-BR" dirty="0"/>
          </a:p>
          <a:p>
            <a:r>
              <a:rPr lang="pt-BR" dirty="0"/>
              <a:t>Here, pairs.distinct() will basically remove the duplicate edges from the RDD : pairs </a:t>
            </a:r>
          </a:p>
          <a:p>
            <a:r>
              <a:rPr lang="pt-BR" dirty="0"/>
              <a:t>groupByKey() will basically create the adjacency list for each element.</a:t>
            </a:r>
          </a:p>
          <a:p>
            <a:r>
              <a:rPr lang="pt-BR" dirty="0"/>
              <a:t>.cache() will store the adjacency list in memory to avoid recomputing it multiple times</a:t>
            </a:r>
          </a:p>
        </p:txBody>
      </p:sp>
      <p:sp>
        <p:nvSpPr>
          <p:cNvPr id="7" name="TextBox 6">
            <a:extLst>
              <a:ext uri="{FF2B5EF4-FFF2-40B4-BE49-F238E27FC236}">
                <a16:creationId xmlns:a16="http://schemas.microsoft.com/office/drawing/2014/main" id="{62845D23-C3CB-86BF-1DE3-100DF3176474}"/>
              </a:ext>
            </a:extLst>
          </p:cNvPr>
          <p:cNvSpPr txBox="1"/>
          <p:nvPr/>
        </p:nvSpPr>
        <p:spPr>
          <a:xfrm>
            <a:off x="6096000" y="0"/>
            <a:ext cx="5965372" cy="369332"/>
          </a:xfrm>
          <a:prstGeom prst="rect">
            <a:avLst/>
          </a:prstGeom>
          <a:noFill/>
        </p:spPr>
        <p:txBody>
          <a:bodyPr wrap="square" rtlCol="0">
            <a:spAutoFit/>
          </a:bodyPr>
          <a:lstStyle/>
          <a:p>
            <a:r>
              <a:rPr lang="en-US" dirty="0"/>
              <a:t> </a:t>
            </a:r>
          </a:p>
        </p:txBody>
      </p:sp>
      <p:sp>
        <p:nvSpPr>
          <p:cNvPr id="12" name="TextBox 11">
            <a:extLst>
              <a:ext uri="{FF2B5EF4-FFF2-40B4-BE49-F238E27FC236}">
                <a16:creationId xmlns:a16="http://schemas.microsoft.com/office/drawing/2014/main" id="{2E77CD30-CB44-6678-8C8D-EBA639531586}"/>
              </a:ext>
            </a:extLst>
          </p:cNvPr>
          <p:cNvSpPr txBox="1"/>
          <p:nvPr/>
        </p:nvSpPr>
        <p:spPr>
          <a:xfrm>
            <a:off x="6482443" y="114300"/>
            <a:ext cx="5388428" cy="4524315"/>
          </a:xfrm>
          <a:prstGeom prst="rect">
            <a:avLst/>
          </a:prstGeom>
          <a:noFill/>
        </p:spPr>
        <p:txBody>
          <a:bodyPr wrap="square" rtlCol="0">
            <a:spAutoFit/>
          </a:bodyPr>
          <a:lstStyle/>
          <a:p>
            <a:r>
              <a:rPr lang="en-US" dirty="0"/>
              <a:t>Before distinct() (duplicates are present) : :</a:t>
            </a:r>
          </a:p>
          <a:p>
            <a:r>
              <a:rPr lang="en-US" dirty="0"/>
              <a:t>(A, B)</a:t>
            </a:r>
          </a:p>
          <a:p>
            <a:r>
              <a:rPr lang="en-US" dirty="0"/>
              <a:t>(A, C)</a:t>
            </a:r>
          </a:p>
          <a:p>
            <a:r>
              <a:rPr lang="en-US" dirty="0"/>
              <a:t>(A, B)  // Duplicate</a:t>
            </a:r>
          </a:p>
          <a:p>
            <a:r>
              <a:rPr lang="en-US" dirty="0"/>
              <a:t>(B, C)</a:t>
            </a:r>
          </a:p>
          <a:p>
            <a:endParaRPr lang="en-US" dirty="0"/>
          </a:p>
          <a:p>
            <a:r>
              <a:rPr lang="en-US" dirty="0"/>
              <a:t>After distinct() :: </a:t>
            </a:r>
          </a:p>
          <a:p>
            <a:r>
              <a:rPr lang="pt-BR" dirty="0"/>
              <a:t>(A, B)</a:t>
            </a:r>
          </a:p>
          <a:p>
            <a:r>
              <a:rPr lang="pt-BR" dirty="0"/>
              <a:t>(A, C)</a:t>
            </a:r>
          </a:p>
          <a:p>
            <a:r>
              <a:rPr lang="pt-BR" dirty="0"/>
              <a:t>(B, C)</a:t>
            </a:r>
          </a:p>
          <a:p>
            <a:endParaRPr lang="en-US" dirty="0"/>
          </a:p>
          <a:p>
            <a:endParaRPr lang="en-US" dirty="0"/>
          </a:p>
          <a:p>
            <a:r>
              <a:rPr lang="en-US" dirty="0" err="1"/>
              <a:t>groupByKey</a:t>
            </a:r>
            <a:r>
              <a:rPr lang="en-US" dirty="0"/>
              <a:t>() will create the adjacency list ::</a:t>
            </a:r>
          </a:p>
          <a:p>
            <a:r>
              <a:rPr lang="en-US" dirty="0"/>
              <a:t>Input:  (A, B), (A, C), (B, C)</a:t>
            </a:r>
          </a:p>
          <a:p>
            <a:r>
              <a:rPr lang="en-US" dirty="0"/>
              <a:t>Output: (A -&gt; [B, C]), (B -&gt; [C])</a:t>
            </a:r>
          </a:p>
          <a:p>
            <a:endParaRPr lang="en-US" dirty="0"/>
          </a:p>
        </p:txBody>
      </p:sp>
    </p:spTree>
    <p:extLst>
      <p:ext uri="{BB962C8B-B14F-4D97-AF65-F5344CB8AC3E}">
        <p14:creationId xmlns:p14="http://schemas.microsoft.com/office/powerpoint/2010/main" val="25804083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3392" y="68627"/>
            <a:ext cx="10515600" cy="732155"/>
          </a:xfrm>
        </p:spPr>
        <p:txBody>
          <a:bodyPr/>
          <a:lstStyle/>
          <a:p>
            <a:r>
              <a:rPr lang="en-IN" dirty="0"/>
              <a:t>Initialize the </a:t>
            </a:r>
            <a:r>
              <a:rPr lang="en-IN" dirty="0" err="1"/>
              <a:t>pagerank</a:t>
            </a:r>
            <a:r>
              <a:rPr lang="en-IN" dirty="0"/>
              <a:t> score</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39C0BA"/>
              </a:solidFill>
              <a:effectLst/>
              <a:uLnTx/>
              <a:uFillTx/>
              <a:latin typeface="Quicksand"/>
              <a:sym typeface="Quicksand"/>
            </a:endParaRPr>
          </a:p>
        </p:txBody>
      </p:sp>
      <p:sp>
        <p:nvSpPr>
          <p:cNvPr id="7" name="TextBox 6"/>
          <p:cNvSpPr txBox="1"/>
          <p:nvPr/>
        </p:nvSpPr>
        <p:spPr>
          <a:xfrm>
            <a:off x="1228436" y="2115125"/>
            <a:ext cx="6382328"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0070C0"/>
                </a:solidFill>
                <a:effectLst/>
                <a:uLnTx/>
                <a:uFillTx/>
                <a:latin typeface="Arial"/>
                <a:ea typeface="+mn-ea"/>
                <a:cs typeface="+mn-cs"/>
              </a:rPr>
              <a:t>// set </a:t>
            </a:r>
            <a:r>
              <a:rPr kumimoji="0" lang="en-IN" sz="2400" b="0" i="0" u="none" strike="noStrike" kern="1200" cap="none" spc="0" normalizeH="0" baseline="0" noProof="0" dirty="0" err="1">
                <a:ln>
                  <a:noFill/>
                </a:ln>
                <a:solidFill>
                  <a:srgbClr val="0070C0"/>
                </a:solidFill>
                <a:effectLst/>
                <a:uLnTx/>
                <a:uFillTx/>
                <a:latin typeface="Arial"/>
                <a:ea typeface="+mn-ea"/>
                <a:cs typeface="+mn-cs"/>
              </a:rPr>
              <a:t>pagerank</a:t>
            </a:r>
            <a:r>
              <a:rPr kumimoji="0" lang="en-IN" sz="2400" b="0" i="0" u="none" strike="noStrike" kern="1200" cap="none" spc="0" normalizeH="0" baseline="0" noProof="0" dirty="0">
                <a:ln>
                  <a:noFill/>
                </a:ln>
                <a:solidFill>
                  <a:srgbClr val="0070C0"/>
                </a:solidFill>
                <a:effectLst/>
                <a:uLnTx/>
                <a:uFillTx/>
                <a:latin typeface="Arial"/>
                <a:ea typeface="+mn-ea"/>
                <a:cs typeface="+mn-cs"/>
              </a:rPr>
              <a:t> values to 1.0 for all pages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err="1">
                <a:ln>
                  <a:noFill/>
                </a:ln>
                <a:solidFill>
                  <a:prstClr val="black"/>
                </a:solidFill>
                <a:effectLst/>
                <a:uLnTx/>
                <a:uFillTx/>
                <a:latin typeface="Arial"/>
                <a:ea typeface="+mn-ea"/>
                <a:cs typeface="+mn-cs"/>
              </a:rPr>
              <a:t>var</a:t>
            </a:r>
            <a:r>
              <a:rPr kumimoji="0" lang="en-IN" sz="2400" b="0" i="0" u="none" strike="noStrike" kern="1200" cap="none" spc="0" normalizeH="0" baseline="0" noProof="0" dirty="0">
                <a:ln>
                  <a:noFill/>
                </a:ln>
                <a:solidFill>
                  <a:prstClr val="black"/>
                </a:solidFill>
                <a:effectLst/>
                <a:uLnTx/>
                <a:uFillTx/>
                <a:latin typeface="Arial"/>
                <a:ea typeface="+mn-ea"/>
                <a:cs typeface="+mn-cs"/>
              </a:rPr>
              <a:t> ranks = </a:t>
            </a:r>
            <a:r>
              <a:rPr kumimoji="0" lang="en-IN" sz="2400" b="0" i="0" u="none" strike="noStrike" kern="1200" cap="none" spc="0" normalizeH="0" baseline="0" noProof="0" dirty="0" err="1">
                <a:ln>
                  <a:noFill/>
                </a:ln>
                <a:solidFill>
                  <a:prstClr val="black"/>
                </a:solidFill>
                <a:effectLst/>
                <a:uLnTx/>
                <a:uFillTx/>
                <a:latin typeface="Arial"/>
                <a:ea typeface="+mn-ea"/>
                <a:cs typeface="+mn-cs"/>
              </a:rPr>
              <a:t>links.mapValues</a:t>
            </a:r>
            <a:r>
              <a:rPr kumimoji="0" lang="en-IN" sz="2400" b="0" i="0" u="none" strike="noStrike" kern="1200" cap="none" spc="0" normalizeH="0" baseline="0" noProof="0" dirty="0">
                <a:ln>
                  <a:noFill/>
                </a:ln>
                <a:solidFill>
                  <a:prstClr val="black"/>
                </a:solidFill>
                <a:effectLst/>
                <a:uLnTx/>
                <a:uFillTx/>
                <a:latin typeface="Arial"/>
                <a:ea typeface="+mn-ea"/>
                <a:cs typeface="+mn-cs"/>
              </a:rPr>
              <a:t>(v =&gt; 1.0)</a:t>
            </a:r>
          </a:p>
        </p:txBody>
      </p:sp>
      <p:sp>
        <p:nvSpPr>
          <p:cNvPr id="3" name="TextBox 2">
            <a:extLst>
              <a:ext uri="{FF2B5EF4-FFF2-40B4-BE49-F238E27FC236}">
                <a16:creationId xmlns:a16="http://schemas.microsoft.com/office/drawing/2014/main" id="{9D1CDED6-066B-E5B4-7343-C227A178C8CF}"/>
              </a:ext>
            </a:extLst>
          </p:cNvPr>
          <p:cNvSpPr txBox="1"/>
          <p:nvPr/>
        </p:nvSpPr>
        <p:spPr>
          <a:xfrm>
            <a:off x="293914" y="3429000"/>
            <a:ext cx="10515600" cy="1477328"/>
          </a:xfrm>
          <a:prstGeom prst="rect">
            <a:avLst/>
          </a:prstGeom>
          <a:noFill/>
        </p:spPr>
        <p:txBody>
          <a:bodyPr wrap="square" rtlCol="0">
            <a:spAutoFit/>
          </a:bodyPr>
          <a:lstStyle/>
          <a:p>
            <a:r>
              <a:rPr lang="en-US" dirty="0"/>
              <a:t>“var” ranks is an RDD which can be reassigned in </a:t>
            </a:r>
            <a:r>
              <a:rPr lang="en-US" dirty="0" err="1"/>
              <a:t>pageRank</a:t>
            </a:r>
            <a:r>
              <a:rPr lang="en-US" dirty="0"/>
              <a:t> iterations.</a:t>
            </a:r>
          </a:p>
          <a:p>
            <a:endParaRPr lang="en-US" dirty="0"/>
          </a:p>
          <a:p>
            <a:r>
              <a:rPr lang="en-US" dirty="0"/>
              <a:t>“links” is an adjacency list and “</a:t>
            </a:r>
            <a:r>
              <a:rPr lang="en-US" dirty="0" err="1"/>
              <a:t>mapValues</a:t>
            </a:r>
            <a:r>
              <a:rPr lang="en-US" dirty="0"/>
              <a:t>” will apply transformations only to values in “links”, keeping the keys unchanged.</a:t>
            </a:r>
          </a:p>
          <a:p>
            <a:r>
              <a:rPr lang="en-US" dirty="0"/>
              <a:t>We initialize each node’s page rank to 1.0</a:t>
            </a:r>
          </a:p>
        </p:txBody>
      </p:sp>
      <p:pic>
        <p:nvPicPr>
          <p:cNvPr id="6" name="Picture 5">
            <a:extLst>
              <a:ext uri="{FF2B5EF4-FFF2-40B4-BE49-F238E27FC236}">
                <a16:creationId xmlns:a16="http://schemas.microsoft.com/office/drawing/2014/main" id="{57962102-A81E-8BBB-CC5E-EA96935BE0C5}"/>
              </a:ext>
            </a:extLst>
          </p:cNvPr>
          <p:cNvPicPr>
            <a:picLocks noChangeAspect="1"/>
          </p:cNvPicPr>
          <p:nvPr/>
        </p:nvPicPr>
        <p:blipFill>
          <a:blip r:embed="rId2"/>
          <a:stretch>
            <a:fillRect/>
          </a:stretch>
        </p:blipFill>
        <p:spPr>
          <a:xfrm>
            <a:off x="623392" y="5024381"/>
            <a:ext cx="6411220" cy="1838582"/>
          </a:xfrm>
          <a:prstGeom prst="rect">
            <a:avLst/>
          </a:prstGeom>
        </p:spPr>
      </p:pic>
    </p:spTree>
    <p:extLst>
      <p:ext uri="{BB962C8B-B14F-4D97-AF65-F5344CB8AC3E}">
        <p14:creationId xmlns:p14="http://schemas.microsoft.com/office/powerpoint/2010/main" val="33351973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2667" y="220785"/>
            <a:ext cx="10972800" cy="693539"/>
          </a:xfrm>
        </p:spPr>
        <p:txBody>
          <a:bodyPr/>
          <a:lstStyle/>
          <a:p>
            <a:r>
              <a:rPr lang="en-IN" b="1" dirty="0">
                <a:solidFill>
                  <a:srgbClr val="002060"/>
                </a:solidFill>
              </a:rPr>
              <a:t>Looping to re-calculate </a:t>
            </a:r>
            <a:r>
              <a:rPr lang="en-IN" b="1" dirty="0" err="1">
                <a:solidFill>
                  <a:srgbClr val="002060"/>
                </a:solidFill>
              </a:rPr>
              <a:t>pagerank</a:t>
            </a:r>
            <a:r>
              <a:rPr lang="en-IN" b="1" dirty="0">
                <a:solidFill>
                  <a:srgbClr val="002060"/>
                </a:solidFill>
              </a:rPr>
              <a:t> scores</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sp>
        <p:nvSpPr>
          <p:cNvPr id="6" name="TextBox 5">
            <a:extLst>
              <a:ext uri="{FF2B5EF4-FFF2-40B4-BE49-F238E27FC236}">
                <a16:creationId xmlns:a16="http://schemas.microsoft.com/office/drawing/2014/main" id="{34DE8E37-5F7D-40F8-99D9-23B84FB779CB}"/>
              </a:ext>
            </a:extLst>
          </p:cNvPr>
          <p:cNvSpPr txBox="1"/>
          <p:nvPr/>
        </p:nvSpPr>
        <p:spPr>
          <a:xfrm>
            <a:off x="829420" y="1531587"/>
            <a:ext cx="9563957" cy="39703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for (</a:t>
            </a:r>
            <a:r>
              <a:rPr kumimoji="0" lang="en-IN" sz="1800" b="0" i="0" u="none" strike="noStrike" kern="1200" cap="none" spc="0" normalizeH="0" baseline="0" noProof="0" dirty="0" err="1">
                <a:ln>
                  <a:noFill/>
                </a:ln>
                <a:solidFill>
                  <a:prstClr val="black"/>
                </a:solidFill>
                <a:effectLst/>
                <a:uLnTx/>
                <a:uFillTx/>
                <a:latin typeface="Arial"/>
                <a:ea typeface="+mn-ea"/>
                <a:cs typeface="+mn-cs"/>
              </a:rPr>
              <a:t>i</a:t>
            </a:r>
            <a:r>
              <a:rPr kumimoji="0" lang="en-IN" sz="1800" b="0" i="0" u="none" strike="noStrike" kern="1200" cap="none" spc="0" normalizeH="0" baseline="0" noProof="0" dirty="0">
                <a:ln>
                  <a:noFill/>
                </a:ln>
                <a:solidFill>
                  <a:prstClr val="black"/>
                </a:solidFill>
                <a:effectLst/>
                <a:uLnTx/>
                <a:uFillTx/>
                <a:latin typeface="Arial"/>
                <a:ea typeface="+mn-ea"/>
                <a:cs typeface="+mn-cs"/>
              </a:rPr>
              <a:t> &lt;- 1 to </a:t>
            </a:r>
            <a:r>
              <a:rPr kumimoji="0" lang="en-IN" sz="1800" b="0" i="0" u="none" strike="noStrike" kern="1200" cap="none" spc="0" normalizeH="0" baseline="0" noProof="0" dirty="0" err="1">
                <a:ln>
                  <a:noFill/>
                </a:ln>
                <a:solidFill>
                  <a:prstClr val="black"/>
                </a:solidFill>
                <a:effectLst/>
                <a:uLnTx/>
                <a:uFillTx/>
                <a:latin typeface="Arial"/>
                <a:ea typeface="+mn-ea"/>
                <a:cs typeface="+mn-cs"/>
              </a:rPr>
              <a:t>numIters</a:t>
            </a:r>
            <a:r>
              <a:rPr kumimoji="0" lang="en-IN" sz="1800" b="0" i="0" u="none" strike="noStrike" kern="1200" cap="none" spc="0" normalizeH="0" baseline="0" noProof="0" dirty="0">
                <a:ln>
                  <a:noFill/>
                </a:ln>
                <a:solidFill>
                  <a:prstClr val="black"/>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    </a:t>
            </a:r>
            <a:r>
              <a:rPr kumimoji="0" lang="en-IN" sz="1800" b="0" i="0" u="none" strike="noStrike" kern="1200" cap="none" spc="0" normalizeH="0" baseline="0" noProof="0" dirty="0" err="1">
                <a:ln>
                  <a:noFill/>
                </a:ln>
                <a:solidFill>
                  <a:prstClr val="black"/>
                </a:solidFill>
                <a:effectLst/>
                <a:uLnTx/>
                <a:uFillTx/>
                <a:latin typeface="Arial"/>
                <a:ea typeface="+mn-ea"/>
                <a:cs typeface="+mn-cs"/>
              </a:rPr>
              <a:t>val</a:t>
            </a:r>
            <a:r>
              <a:rPr kumimoji="0" lang="en-IN" sz="1800" b="0" i="0" u="none" strike="noStrike" kern="1200" cap="none" spc="0" normalizeH="0" baseline="0" noProof="0" dirty="0">
                <a:ln>
                  <a:noFill/>
                </a:ln>
                <a:solidFill>
                  <a:prstClr val="black"/>
                </a:solidFill>
                <a:effectLst/>
                <a:uLnTx/>
                <a:uFillTx/>
                <a:latin typeface="Arial"/>
                <a:ea typeface="+mn-ea"/>
                <a:cs typeface="+mn-cs"/>
              </a:rPr>
              <a:t> </a:t>
            </a:r>
            <a:r>
              <a:rPr kumimoji="0" lang="en-IN" sz="1800" b="0" i="0" u="none" strike="noStrike" kern="1200" cap="none" spc="0" normalizeH="0" baseline="0" noProof="0" dirty="0" err="1">
                <a:ln>
                  <a:noFill/>
                </a:ln>
                <a:solidFill>
                  <a:prstClr val="black"/>
                </a:solidFill>
                <a:effectLst/>
                <a:uLnTx/>
                <a:uFillTx/>
                <a:latin typeface="Arial"/>
                <a:ea typeface="+mn-ea"/>
                <a:cs typeface="+mn-cs"/>
              </a:rPr>
              <a:t>joinedRDD</a:t>
            </a:r>
            <a:r>
              <a:rPr kumimoji="0" lang="en-IN" sz="1800" b="0" i="0" u="none" strike="noStrike" kern="1200" cap="none" spc="0" normalizeH="0" baseline="0" noProof="0" dirty="0">
                <a:ln>
                  <a:noFill/>
                </a:ln>
                <a:solidFill>
                  <a:prstClr val="black"/>
                </a:solidFill>
                <a:effectLst/>
                <a:uLnTx/>
                <a:uFillTx/>
                <a:latin typeface="Arial"/>
                <a:ea typeface="+mn-ea"/>
                <a:cs typeface="+mn-cs"/>
              </a:rPr>
              <a:t> = </a:t>
            </a:r>
            <a:r>
              <a:rPr kumimoji="0" lang="en-IN" sz="1800" b="0" i="0" u="none" strike="noStrike" kern="1200" cap="none" spc="0" normalizeH="0" baseline="0" noProof="0" dirty="0" err="1">
                <a:ln>
                  <a:noFill/>
                </a:ln>
                <a:solidFill>
                  <a:prstClr val="black"/>
                </a:solidFill>
                <a:effectLst/>
                <a:uLnTx/>
                <a:uFillTx/>
                <a:latin typeface="Arial"/>
                <a:ea typeface="+mn-ea"/>
                <a:cs typeface="+mn-cs"/>
              </a:rPr>
              <a:t>links.join</a:t>
            </a:r>
            <a:r>
              <a:rPr kumimoji="0" lang="en-IN" sz="1800" b="0" i="0" u="none" strike="noStrike" kern="1200" cap="none" spc="0" normalizeH="0" baseline="0" noProof="0" dirty="0">
                <a:ln>
                  <a:noFill/>
                </a:ln>
                <a:solidFill>
                  <a:prstClr val="black"/>
                </a:solidFill>
                <a:effectLst/>
                <a:uLnTx/>
                <a:uFillTx/>
                <a:latin typeface="Arial"/>
                <a:ea typeface="+mn-ea"/>
                <a:cs typeface="+mn-cs"/>
              </a:rPr>
              <a:t>(ranks)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    </a:t>
            </a:r>
            <a:r>
              <a:rPr kumimoji="0" lang="en-IN" sz="1800" b="0" i="0" u="none" strike="noStrike" kern="1200" cap="none" spc="0" normalizeH="0" baseline="0" noProof="0" dirty="0" err="1">
                <a:ln>
                  <a:noFill/>
                </a:ln>
                <a:solidFill>
                  <a:prstClr val="black"/>
                </a:solidFill>
                <a:effectLst/>
                <a:uLnTx/>
                <a:uFillTx/>
                <a:latin typeface="Arial"/>
                <a:ea typeface="+mn-ea"/>
                <a:cs typeface="+mn-cs"/>
              </a:rPr>
              <a:t>val</a:t>
            </a:r>
            <a:r>
              <a:rPr kumimoji="0" lang="en-IN" sz="1800" b="0" i="0" u="none" strike="noStrike" kern="1200" cap="none" spc="0" normalizeH="0" baseline="0" noProof="0" dirty="0">
                <a:ln>
                  <a:noFill/>
                </a:ln>
                <a:solidFill>
                  <a:prstClr val="black"/>
                </a:solidFill>
                <a:effectLst/>
                <a:uLnTx/>
                <a:uFillTx/>
                <a:latin typeface="Arial"/>
                <a:ea typeface="+mn-ea"/>
                <a:cs typeface="+mn-cs"/>
              </a:rPr>
              <a:t>  </a:t>
            </a:r>
            <a:r>
              <a:rPr kumimoji="0" lang="en-IN" sz="1800" b="0" i="0" u="none" strike="noStrike" kern="1200" cap="none" spc="0" normalizeH="0" baseline="0" noProof="0" dirty="0" err="1">
                <a:ln>
                  <a:noFill/>
                </a:ln>
                <a:solidFill>
                  <a:prstClr val="black"/>
                </a:solidFill>
                <a:effectLst/>
                <a:uLnTx/>
                <a:uFillTx/>
                <a:latin typeface="Arial"/>
                <a:ea typeface="+mn-ea"/>
                <a:cs typeface="+mn-cs"/>
              </a:rPr>
              <a:t>adjRankRDD</a:t>
            </a:r>
            <a:r>
              <a:rPr kumimoji="0" lang="en-IN" sz="1800" b="0" i="0" u="none" strike="noStrike" kern="1200" cap="none" spc="0" normalizeH="0" baseline="0" noProof="0" dirty="0">
                <a:ln>
                  <a:noFill/>
                </a:ln>
                <a:solidFill>
                  <a:prstClr val="black"/>
                </a:solidFill>
                <a:effectLst/>
                <a:uLnTx/>
                <a:uFillTx/>
                <a:latin typeface="Arial"/>
                <a:ea typeface="+mn-ea"/>
                <a:cs typeface="+mn-cs"/>
              </a:rPr>
              <a:t> =   </a:t>
            </a:r>
            <a:r>
              <a:rPr kumimoji="0" lang="en-IN" sz="1800" b="0" i="0" u="none" strike="noStrike" kern="1200" cap="none" spc="0" normalizeH="0" baseline="0" noProof="0" dirty="0" err="1">
                <a:ln>
                  <a:noFill/>
                </a:ln>
                <a:solidFill>
                  <a:prstClr val="black"/>
                </a:solidFill>
                <a:effectLst/>
                <a:uLnTx/>
                <a:uFillTx/>
                <a:latin typeface="Arial"/>
                <a:ea typeface="+mn-ea"/>
                <a:cs typeface="+mn-cs"/>
              </a:rPr>
              <a:t>joinedRDD.values</a:t>
            </a:r>
            <a:r>
              <a:rPr kumimoji="0" lang="en-IN" sz="1800" b="0" i="0" u="none" strike="noStrike" kern="1200" cap="none" spc="0" normalizeH="0" baseline="0" noProof="0" dirty="0">
                <a:ln>
                  <a:noFill/>
                </a:ln>
                <a:solidFill>
                  <a:prstClr val="black"/>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    // normalize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    </a:t>
            </a:r>
            <a:r>
              <a:rPr kumimoji="0" lang="en-IN" sz="1800" b="0" i="0" u="none" strike="noStrike" kern="1200" cap="none" spc="0" normalizeH="0" baseline="0" noProof="0" dirty="0" err="1">
                <a:ln>
                  <a:noFill/>
                </a:ln>
                <a:solidFill>
                  <a:prstClr val="black"/>
                </a:solidFill>
                <a:effectLst/>
                <a:uLnTx/>
                <a:uFillTx/>
                <a:latin typeface="Arial"/>
                <a:ea typeface="+mn-ea"/>
                <a:cs typeface="+mn-cs"/>
              </a:rPr>
              <a:t>val</a:t>
            </a:r>
            <a:r>
              <a:rPr kumimoji="0" lang="en-IN" sz="1800" b="0" i="0" u="none" strike="noStrike" kern="1200" cap="none" spc="0" normalizeH="0" baseline="0" noProof="0" dirty="0">
                <a:ln>
                  <a:noFill/>
                </a:ln>
                <a:solidFill>
                  <a:prstClr val="black"/>
                </a:solidFill>
                <a:effectLst/>
                <a:uLnTx/>
                <a:uFillTx/>
                <a:latin typeface="Arial"/>
                <a:ea typeface="+mn-ea"/>
                <a:cs typeface="+mn-cs"/>
              </a:rPr>
              <a:t> </a:t>
            </a:r>
            <a:r>
              <a:rPr kumimoji="0" lang="en-IN" sz="1800" b="0" i="0" u="none" strike="noStrike" kern="1200" cap="none" spc="0" normalizeH="0" baseline="0" noProof="0" dirty="0" err="1">
                <a:ln>
                  <a:noFill/>
                </a:ln>
                <a:solidFill>
                  <a:prstClr val="black"/>
                </a:solidFill>
                <a:effectLst/>
                <a:uLnTx/>
                <a:uFillTx/>
                <a:latin typeface="Arial"/>
                <a:ea typeface="+mn-ea"/>
                <a:cs typeface="+mn-cs"/>
              </a:rPr>
              <a:t>indNormScore</a:t>
            </a:r>
            <a:r>
              <a:rPr kumimoji="0" lang="en-IN" sz="1800" b="0" i="0" u="none" strike="noStrike" kern="1200" cap="none" spc="0" normalizeH="0" baseline="0" noProof="0" dirty="0">
                <a:ln>
                  <a:noFill/>
                </a:ln>
                <a:solidFill>
                  <a:prstClr val="black"/>
                </a:solidFill>
                <a:effectLst/>
                <a:uLnTx/>
                <a:uFillTx/>
                <a:latin typeface="Arial"/>
                <a:ea typeface="+mn-ea"/>
                <a:cs typeface="+mn-cs"/>
              </a:rPr>
              <a:t>  = </a:t>
            </a:r>
            <a:r>
              <a:rPr kumimoji="0" lang="en-IN" sz="1800" b="0" i="0" u="none" strike="noStrike" kern="1200" cap="none" spc="0" normalizeH="0" baseline="0" noProof="0" dirty="0" err="1">
                <a:ln>
                  <a:noFill/>
                </a:ln>
                <a:solidFill>
                  <a:prstClr val="black"/>
                </a:solidFill>
                <a:effectLst/>
                <a:uLnTx/>
                <a:uFillTx/>
                <a:latin typeface="Arial"/>
                <a:ea typeface="+mn-ea"/>
                <a:cs typeface="+mn-cs"/>
              </a:rPr>
              <a:t>adjRankRDD.flatMap</a:t>
            </a:r>
            <a:r>
              <a:rPr kumimoji="0" lang="en-IN" sz="1800" b="0" i="0" u="none" strike="noStrike" kern="1200" cap="none" spc="0" normalizeH="0" baseline="0" noProof="0" dirty="0">
                <a:ln>
                  <a:noFill/>
                </a:ln>
                <a:solidFill>
                  <a:prstClr val="black"/>
                </a:solidFill>
                <a:effectLst/>
                <a:uLnTx/>
                <a:uFillTx/>
                <a:latin typeface="Arial"/>
                <a:ea typeface="+mn-ea"/>
                <a:cs typeface="+mn-cs"/>
              </a:rPr>
              <a:t>{ case (</a:t>
            </a:r>
            <a:r>
              <a:rPr kumimoji="0" lang="en-IN" sz="1800" b="0" i="0" u="none" strike="noStrike" kern="1200" cap="none" spc="0" normalizeH="0" baseline="0" noProof="0" dirty="0" err="1">
                <a:ln>
                  <a:noFill/>
                </a:ln>
                <a:solidFill>
                  <a:prstClr val="black"/>
                </a:solidFill>
                <a:effectLst/>
                <a:uLnTx/>
                <a:uFillTx/>
                <a:latin typeface="Arial"/>
                <a:ea typeface="+mn-ea"/>
                <a:cs typeface="+mn-cs"/>
              </a:rPr>
              <a:t>urls</a:t>
            </a:r>
            <a:r>
              <a:rPr kumimoji="0" lang="en-IN" sz="1800" b="0" i="0" u="none" strike="noStrike" kern="1200" cap="none" spc="0" normalizeH="0" baseline="0" noProof="0" dirty="0">
                <a:ln>
                  <a:noFill/>
                </a:ln>
                <a:solidFill>
                  <a:prstClr val="black"/>
                </a:solidFill>
                <a:effectLst/>
                <a:uLnTx/>
                <a:uFillTx/>
                <a:latin typeface="Arial"/>
                <a:ea typeface="+mn-ea"/>
                <a:cs typeface="+mn-cs"/>
              </a:rPr>
              <a:t>, rank) =&gt;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                   </a:t>
            </a:r>
            <a:r>
              <a:rPr kumimoji="0" lang="en-IN" sz="1800" b="0" i="0" u="none" strike="noStrike" kern="1200" cap="none" spc="0" normalizeH="0" baseline="0" noProof="0" dirty="0" err="1">
                <a:ln>
                  <a:noFill/>
                </a:ln>
                <a:solidFill>
                  <a:prstClr val="black"/>
                </a:solidFill>
                <a:effectLst/>
                <a:uLnTx/>
                <a:uFillTx/>
                <a:latin typeface="Arial"/>
                <a:ea typeface="+mn-ea"/>
                <a:cs typeface="+mn-cs"/>
              </a:rPr>
              <a:t>val</a:t>
            </a:r>
            <a:r>
              <a:rPr kumimoji="0" lang="en-IN" sz="1800" b="0" i="0" u="none" strike="noStrike" kern="1200" cap="none" spc="0" normalizeH="0" baseline="0" noProof="0" dirty="0">
                <a:ln>
                  <a:noFill/>
                </a:ln>
                <a:solidFill>
                  <a:prstClr val="black"/>
                </a:solidFill>
                <a:effectLst/>
                <a:uLnTx/>
                <a:uFillTx/>
                <a:latin typeface="Arial"/>
                <a:ea typeface="+mn-ea"/>
                <a:cs typeface="+mn-cs"/>
              </a:rPr>
              <a:t> size = </a:t>
            </a:r>
            <a:r>
              <a:rPr kumimoji="0" lang="en-IN" sz="1800" b="0" i="0" u="none" strike="noStrike" kern="1200" cap="none" spc="0" normalizeH="0" baseline="0" noProof="0" dirty="0" err="1">
                <a:ln>
                  <a:noFill/>
                </a:ln>
                <a:solidFill>
                  <a:prstClr val="black"/>
                </a:solidFill>
                <a:effectLst/>
                <a:uLnTx/>
                <a:uFillTx/>
                <a:latin typeface="Arial"/>
                <a:ea typeface="+mn-ea"/>
                <a:cs typeface="+mn-cs"/>
              </a:rPr>
              <a:t>url.size</a:t>
            </a:r>
            <a:r>
              <a:rPr kumimoji="0" lang="en-IN" sz="1800" b="0" i="0" u="none" strike="noStrike" kern="1200" cap="none" spc="0" normalizeH="0" baseline="0" noProof="0" dirty="0">
                <a:ln>
                  <a:noFill/>
                </a:ln>
                <a:solidFill>
                  <a:prstClr val="black"/>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                   </a:t>
            </a:r>
            <a:r>
              <a:rPr kumimoji="0" lang="en-IN" sz="1800" b="0" i="0" u="none" strike="noStrike" kern="1200" cap="none" spc="0" normalizeH="0" baseline="0" noProof="0" dirty="0" err="1">
                <a:ln>
                  <a:noFill/>
                </a:ln>
                <a:solidFill>
                  <a:prstClr val="black"/>
                </a:solidFill>
                <a:effectLst/>
                <a:uLnTx/>
                <a:uFillTx/>
                <a:latin typeface="Arial"/>
                <a:ea typeface="+mn-ea"/>
                <a:cs typeface="+mn-cs"/>
              </a:rPr>
              <a:t>urls.map</a:t>
            </a:r>
            <a:r>
              <a:rPr kumimoji="0" lang="en-IN" sz="1800" b="0" i="0" u="none" strike="noStrike" kern="1200" cap="none" spc="0" normalizeH="0" baseline="0" noProof="0" dirty="0">
                <a:ln>
                  <a:noFill/>
                </a:ln>
                <a:solidFill>
                  <a:prstClr val="black"/>
                </a:solidFill>
                <a:effectLst/>
                <a:uLnTx/>
                <a:uFillTx/>
                <a:latin typeface="Arial"/>
                <a:ea typeface="+mn-ea"/>
                <a:cs typeface="+mn-cs"/>
              </a:rPr>
              <a:t>(</a:t>
            </a:r>
            <a:r>
              <a:rPr kumimoji="0" lang="en-IN" sz="1800" b="0" i="0" u="none" strike="noStrike" kern="1200" cap="none" spc="0" normalizeH="0" baseline="0" noProof="0" dirty="0" err="1">
                <a:ln>
                  <a:noFill/>
                </a:ln>
                <a:solidFill>
                  <a:prstClr val="black"/>
                </a:solidFill>
                <a:effectLst/>
                <a:uLnTx/>
                <a:uFillTx/>
                <a:latin typeface="Arial"/>
                <a:ea typeface="+mn-ea"/>
                <a:cs typeface="+mn-cs"/>
              </a:rPr>
              <a:t>urls</a:t>
            </a:r>
            <a:r>
              <a:rPr kumimoji="0" lang="en-IN" sz="1800" b="0" i="0" u="none" strike="noStrike" kern="1200" cap="none" spc="0" normalizeH="0" baseline="0" noProof="0" dirty="0">
                <a:ln>
                  <a:noFill/>
                </a:ln>
                <a:solidFill>
                  <a:prstClr val="black"/>
                </a:solidFill>
                <a:effectLst/>
                <a:uLnTx/>
                <a:uFillTx/>
                <a:latin typeface="Arial"/>
                <a:ea typeface="+mn-ea"/>
                <a:cs typeface="+mn-cs"/>
              </a:rPr>
              <a:t> =&gt; (</a:t>
            </a:r>
            <a:r>
              <a:rPr kumimoji="0" lang="en-IN" sz="1800" b="0" i="0" u="none" strike="noStrike" kern="1200" cap="none" spc="0" normalizeH="0" baseline="0" noProof="0" dirty="0" err="1">
                <a:ln>
                  <a:noFill/>
                </a:ln>
                <a:solidFill>
                  <a:prstClr val="black"/>
                </a:solidFill>
                <a:effectLst/>
                <a:uLnTx/>
                <a:uFillTx/>
                <a:latin typeface="Arial"/>
                <a:ea typeface="+mn-ea"/>
                <a:cs typeface="+mn-cs"/>
              </a:rPr>
              <a:t>url</a:t>
            </a:r>
            <a:r>
              <a:rPr kumimoji="0" lang="en-IN" sz="1800" b="0" i="0" u="none" strike="noStrike" kern="1200" cap="none" spc="0" normalizeH="0" baseline="0" noProof="0" dirty="0">
                <a:ln>
                  <a:noFill/>
                </a:ln>
                <a:solidFill>
                  <a:prstClr val="black"/>
                </a:solidFill>
                <a:effectLst/>
                <a:uLnTx/>
                <a:uFillTx/>
                <a:latin typeface="Arial"/>
                <a:ea typeface="+mn-ea"/>
                <a:cs typeface="+mn-cs"/>
              </a:rPr>
              <a:t>, rank / size))   // the ranks are normalized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    ranks = </a:t>
            </a:r>
            <a:r>
              <a:rPr kumimoji="0" lang="en-IN" sz="1800" b="0" i="0" u="none" strike="noStrike" kern="1200" cap="none" spc="0" normalizeH="0" baseline="0" noProof="0" dirty="0" err="1">
                <a:ln>
                  <a:noFill/>
                </a:ln>
                <a:solidFill>
                  <a:prstClr val="black"/>
                </a:solidFill>
                <a:effectLst/>
                <a:uLnTx/>
                <a:uFillTx/>
                <a:latin typeface="Arial"/>
                <a:ea typeface="+mn-ea"/>
                <a:cs typeface="+mn-cs"/>
              </a:rPr>
              <a:t>indNormScore.reduceByKey</a:t>
            </a:r>
            <a:r>
              <a:rPr kumimoji="0" lang="en-IN" sz="1800" b="0" i="0" u="none" strike="noStrike" kern="1200" cap="none" spc="0" normalizeH="0" baseline="0" noProof="0" dirty="0">
                <a:ln>
                  <a:noFill/>
                </a:ln>
                <a:solidFill>
                  <a:prstClr val="black"/>
                </a:solidFill>
                <a:effectLst/>
                <a:uLnTx/>
                <a:uFillTx/>
                <a:latin typeface="Arial"/>
                <a:ea typeface="+mn-ea"/>
                <a:cs typeface="+mn-cs"/>
              </a:rPr>
              <a:t>(_ + _).</a:t>
            </a:r>
            <a:r>
              <a:rPr kumimoji="0" lang="en-IN" sz="1800" b="0" i="0" u="none" strike="noStrike" kern="1200" cap="none" spc="0" normalizeH="0" baseline="0" noProof="0" dirty="0" err="1">
                <a:ln>
                  <a:noFill/>
                </a:ln>
                <a:solidFill>
                  <a:prstClr val="black"/>
                </a:solidFill>
                <a:effectLst/>
                <a:uLnTx/>
                <a:uFillTx/>
                <a:latin typeface="Arial"/>
                <a:ea typeface="+mn-ea"/>
                <a:cs typeface="+mn-cs"/>
              </a:rPr>
              <a:t>mapValues</a:t>
            </a:r>
            <a:r>
              <a:rPr kumimoji="0" lang="en-IN" sz="1800" b="0" i="0" u="none" strike="noStrike" kern="1200" cap="none" spc="0" normalizeH="0" baseline="0" noProof="0" dirty="0">
                <a:ln>
                  <a:noFill/>
                </a:ln>
                <a:solidFill>
                  <a:prstClr val="black"/>
                </a:solidFill>
                <a:effectLst/>
                <a:uLnTx/>
                <a:uFillTx/>
                <a:latin typeface="Arial"/>
                <a:ea typeface="+mn-ea"/>
                <a:cs typeface="+mn-cs"/>
              </a:rPr>
              <a:t>((1-p) + p * _)   // ranks RDD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a:t>
            </a:r>
          </a:p>
        </p:txBody>
      </p:sp>
    </p:spTree>
    <p:extLst>
      <p:ext uri="{BB962C8B-B14F-4D97-AF65-F5344CB8AC3E}">
        <p14:creationId xmlns:p14="http://schemas.microsoft.com/office/powerpoint/2010/main" val="37416308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FD0542E-5B9F-64DD-B7CA-4F86D384C85A}"/>
              </a:ext>
            </a:extLst>
          </p:cNvPr>
          <p:cNvSpPr>
            <a:spLocks noGrp="1"/>
          </p:cNvSpPr>
          <p:nvPr>
            <p:ph type="sldNum" sz="quarter" idx="12"/>
          </p:nvPr>
        </p:nvSpPr>
        <p:spPr/>
        <p:txBody>
          <a:bodyPr/>
          <a:lstStyle/>
          <a:p>
            <a:fld id="{B6F15528-21DE-4FAA-801E-634DDDAF4B2B}" type="slidenum">
              <a:rPr lang="en-US" smtClean="0"/>
              <a:pPr/>
              <a:t>27</a:t>
            </a:fld>
            <a:endParaRPr lang="en-US"/>
          </a:p>
        </p:txBody>
      </p:sp>
      <p:sp>
        <p:nvSpPr>
          <p:cNvPr id="5" name="TextBox 4">
            <a:extLst>
              <a:ext uri="{FF2B5EF4-FFF2-40B4-BE49-F238E27FC236}">
                <a16:creationId xmlns:a16="http://schemas.microsoft.com/office/drawing/2014/main" id="{09FEADF2-D7AA-0E54-ED0C-574FA6B89B00}"/>
              </a:ext>
            </a:extLst>
          </p:cNvPr>
          <p:cNvSpPr txBox="1"/>
          <p:nvPr/>
        </p:nvSpPr>
        <p:spPr>
          <a:xfrm>
            <a:off x="163286" y="0"/>
            <a:ext cx="11932523" cy="6771084"/>
          </a:xfrm>
          <a:prstGeom prst="rect">
            <a:avLst/>
          </a:prstGeom>
          <a:noFill/>
        </p:spPr>
        <p:txBody>
          <a:bodyPr wrap="square" rtlCol="0">
            <a:spAutoFit/>
          </a:bodyPr>
          <a:lstStyle/>
          <a:p>
            <a:r>
              <a:rPr lang="en-US" sz="1400" dirty="0" err="1"/>
              <a:t>val</a:t>
            </a:r>
            <a:r>
              <a:rPr lang="en-US" sz="1400" dirty="0"/>
              <a:t> </a:t>
            </a:r>
            <a:r>
              <a:rPr lang="en-US" sz="1400" dirty="0" err="1"/>
              <a:t>joinedRDD</a:t>
            </a:r>
            <a:r>
              <a:rPr lang="en-US" sz="1400" dirty="0"/>
              <a:t> =  </a:t>
            </a:r>
            <a:r>
              <a:rPr lang="en-US" sz="1400" dirty="0" err="1"/>
              <a:t>links.join</a:t>
            </a:r>
            <a:r>
              <a:rPr lang="en-US" sz="1400" dirty="0"/>
              <a:t>(ranks) =&gt; this performs an internal join operation</a:t>
            </a:r>
          </a:p>
          <a:p>
            <a:r>
              <a:rPr lang="en-US" sz="1400" dirty="0"/>
              <a:t> </a:t>
            </a:r>
          </a:p>
          <a:p>
            <a:r>
              <a:rPr lang="en-US" sz="1400" dirty="0" err="1"/>
              <a:t>joinedRDD</a:t>
            </a:r>
            <a:r>
              <a:rPr lang="en-US" sz="1400" dirty="0"/>
              <a:t> looks like ::</a:t>
            </a:r>
          </a:p>
          <a:p>
            <a:r>
              <a:rPr lang="pt-BR" sz="1400" dirty="0"/>
              <a:t>(A, ([B, C], 1.0))</a:t>
            </a:r>
          </a:p>
          <a:p>
            <a:r>
              <a:rPr lang="pt-BR" sz="1400" dirty="0"/>
              <a:t>(B, ([C], 1.0))</a:t>
            </a:r>
          </a:p>
          <a:p>
            <a:r>
              <a:rPr lang="pt-BR" sz="1400" dirty="0"/>
              <a:t>(C, ([A], 1.0))</a:t>
            </a:r>
          </a:p>
          <a:p>
            <a:endParaRPr lang="en-US" sz="1400" dirty="0"/>
          </a:p>
          <a:p>
            <a:r>
              <a:rPr lang="en-US" sz="1400" dirty="0"/>
              <a:t>Next, we have </a:t>
            </a:r>
          </a:p>
          <a:p>
            <a:r>
              <a:rPr lang="en-US" sz="1400" dirty="0" err="1"/>
              <a:t>adjRankRDD</a:t>
            </a:r>
            <a:r>
              <a:rPr lang="en-US" sz="1400" dirty="0"/>
              <a:t> = </a:t>
            </a:r>
            <a:r>
              <a:rPr lang="en-US" sz="1400" dirty="0" err="1"/>
              <a:t>joinedRDD.values</a:t>
            </a:r>
            <a:r>
              <a:rPr lang="en-US" sz="1400" dirty="0"/>
              <a:t>() : removes the node key and only keeps outgoing links and rank </a:t>
            </a:r>
          </a:p>
          <a:p>
            <a:endParaRPr lang="en-US" sz="1400" dirty="0"/>
          </a:p>
          <a:p>
            <a:r>
              <a:rPr lang="en-US" sz="1400" dirty="0" err="1"/>
              <a:t>adjRankRDD</a:t>
            </a:r>
            <a:r>
              <a:rPr lang="en-US" sz="1400" dirty="0"/>
              <a:t> looks like :: </a:t>
            </a:r>
          </a:p>
          <a:p>
            <a:r>
              <a:rPr lang="pt-BR" sz="1400" dirty="0"/>
              <a:t>([B, C], 1.0)</a:t>
            </a:r>
          </a:p>
          <a:p>
            <a:r>
              <a:rPr lang="pt-BR" sz="1400" dirty="0"/>
              <a:t>([C], 1.0)</a:t>
            </a:r>
          </a:p>
          <a:p>
            <a:r>
              <a:rPr lang="pt-BR" sz="1400" dirty="0"/>
              <a:t>([A], 1.0)</a:t>
            </a:r>
          </a:p>
          <a:p>
            <a:endParaRPr lang="pt-BR" sz="1400" dirty="0"/>
          </a:p>
          <a:p>
            <a:r>
              <a:rPr lang="pt-BR" sz="1400" dirty="0"/>
              <a:t>\\ Normalizing ranks::</a:t>
            </a:r>
          </a:p>
          <a:p>
            <a:r>
              <a:rPr lang="pt-BR" sz="1400" dirty="0"/>
              <a:t>val indNormScore = adjRankRDD.flatMap {case(urls,rank) =&gt; val size = urls.size() urls.map(url =&gt; (url,rank/size))} //we distribute the rank equally to all the forward links of the particular node </a:t>
            </a:r>
          </a:p>
          <a:p>
            <a:r>
              <a:rPr lang="pt-BR" sz="1400" dirty="0"/>
              <a:t>indNormScore looks like : </a:t>
            </a:r>
          </a:p>
          <a:p>
            <a:r>
              <a:rPr lang="pt-BR" sz="1400" dirty="0"/>
              <a:t>(B, 0.5)</a:t>
            </a:r>
          </a:p>
          <a:p>
            <a:r>
              <a:rPr lang="pt-BR" sz="1400" dirty="0"/>
              <a:t>(C, 0.5)</a:t>
            </a:r>
          </a:p>
          <a:p>
            <a:r>
              <a:rPr lang="pt-BR" sz="1400" dirty="0"/>
              <a:t>(C, 1.0)</a:t>
            </a:r>
          </a:p>
          <a:p>
            <a:r>
              <a:rPr lang="pt-BR" sz="1400" dirty="0"/>
              <a:t>(A, 1.0)</a:t>
            </a:r>
          </a:p>
          <a:p>
            <a:endParaRPr lang="pt-BR" sz="1400" dirty="0"/>
          </a:p>
          <a:p>
            <a:r>
              <a:rPr lang="en-US" sz="1400" dirty="0"/>
              <a:t>ranks = </a:t>
            </a:r>
            <a:r>
              <a:rPr lang="en-US" sz="1400" dirty="0" err="1"/>
              <a:t>indNormScore.reduceByKey</a:t>
            </a:r>
            <a:r>
              <a:rPr lang="en-US" sz="1400" dirty="0"/>
              <a:t>(_+_).</a:t>
            </a:r>
            <a:r>
              <a:rPr lang="en-US" sz="1400" dirty="0" err="1"/>
              <a:t>mapValues</a:t>
            </a:r>
            <a:r>
              <a:rPr lang="en-US" sz="1400" dirty="0"/>
              <a:t>((1-p) + p*_) </a:t>
            </a:r>
          </a:p>
          <a:p>
            <a:r>
              <a:rPr lang="en-US" sz="1400" dirty="0"/>
              <a:t>After </a:t>
            </a:r>
            <a:r>
              <a:rPr lang="en-US" sz="1400" dirty="0" err="1"/>
              <a:t>reduceByKey</a:t>
            </a:r>
            <a:r>
              <a:rPr lang="en-US" sz="1400" dirty="0"/>
              <a:t> we have :</a:t>
            </a:r>
          </a:p>
          <a:p>
            <a:r>
              <a:rPr lang="pt-BR" sz="1400" dirty="0"/>
              <a:t>(B, 0.5)</a:t>
            </a:r>
          </a:p>
          <a:p>
            <a:r>
              <a:rPr lang="pt-BR" sz="1400" dirty="0"/>
              <a:t>(C, 1.5)</a:t>
            </a:r>
          </a:p>
          <a:p>
            <a:r>
              <a:rPr lang="pt-BR" sz="1400" dirty="0"/>
              <a:t>(A, 1.0)</a:t>
            </a:r>
          </a:p>
          <a:p>
            <a:r>
              <a:rPr lang="en-US" sz="1400" dirty="0"/>
              <a:t>.</a:t>
            </a:r>
            <a:r>
              <a:rPr lang="en-US" sz="1400" dirty="0" err="1"/>
              <a:t>mapValues</a:t>
            </a:r>
            <a:r>
              <a:rPr lang="en-US" sz="1400" dirty="0"/>
              <a:t> only transforms the values of the RDD without changing the keys , ‘p’ is  a damping factor usually 0.85.</a:t>
            </a:r>
          </a:p>
          <a:p>
            <a:endParaRPr lang="en-US" sz="1400" dirty="0"/>
          </a:p>
        </p:txBody>
      </p:sp>
    </p:spTree>
    <p:extLst>
      <p:ext uri="{BB962C8B-B14F-4D97-AF65-F5344CB8AC3E}">
        <p14:creationId xmlns:p14="http://schemas.microsoft.com/office/powerpoint/2010/main" val="40190637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A78049-6DFF-6333-00DE-C43093740355}"/>
              </a:ext>
            </a:extLst>
          </p:cNvPr>
          <p:cNvSpPr txBox="1"/>
          <p:nvPr/>
        </p:nvSpPr>
        <p:spPr>
          <a:xfrm>
            <a:off x="1024618" y="828292"/>
            <a:ext cx="6098720" cy="923330"/>
          </a:xfrm>
          <a:prstGeom prst="rect">
            <a:avLst/>
          </a:prstGeom>
          <a:noFill/>
        </p:spPr>
        <p:txBody>
          <a:bodyPr wrap="square">
            <a:spAutoFit/>
          </a:bodyPr>
          <a:lstStyle/>
          <a:p>
            <a:r>
              <a:rPr lang="en-US" dirty="0"/>
              <a:t>B = (1 - 0.85) + 0.85 * 0.5 = 0.15 + 0.425 = 0.575</a:t>
            </a:r>
          </a:p>
          <a:p>
            <a:r>
              <a:rPr lang="en-US" dirty="0"/>
              <a:t>C = (1 - 0.85) + 0.85 * 1.5 = 0.15 + 1.275 = 1.425</a:t>
            </a:r>
          </a:p>
          <a:p>
            <a:r>
              <a:rPr lang="en-US" dirty="0"/>
              <a:t>A = (1 - 0.85) + 0.85 * 1.0 = 0.15 + 0.85 = 1.0</a:t>
            </a:r>
          </a:p>
        </p:txBody>
      </p:sp>
      <p:sp>
        <p:nvSpPr>
          <p:cNvPr id="7" name="TextBox 6">
            <a:extLst>
              <a:ext uri="{FF2B5EF4-FFF2-40B4-BE49-F238E27FC236}">
                <a16:creationId xmlns:a16="http://schemas.microsoft.com/office/drawing/2014/main" id="{A659F53A-D89B-1F3F-23DE-0D897D756485}"/>
              </a:ext>
            </a:extLst>
          </p:cNvPr>
          <p:cNvSpPr txBox="1"/>
          <p:nvPr/>
        </p:nvSpPr>
        <p:spPr>
          <a:xfrm>
            <a:off x="1024618" y="2967335"/>
            <a:ext cx="6098720" cy="1200329"/>
          </a:xfrm>
          <a:prstGeom prst="rect">
            <a:avLst/>
          </a:prstGeom>
          <a:noFill/>
        </p:spPr>
        <p:txBody>
          <a:bodyPr wrap="square">
            <a:spAutoFit/>
          </a:bodyPr>
          <a:lstStyle/>
          <a:p>
            <a:r>
              <a:rPr lang="en-US" dirty="0"/>
              <a:t>Final RDD after </a:t>
            </a:r>
            <a:r>
              <a:rPr lang="en-US" dirty="0" err="1"/>
              <a:t>mapValues</a:t>
            </a:r>
            <a:r>
              <a:rPr lang="en-US" dirty="0"/>
              <a:t>::</a:t>
            </a:r>
          </a:p>
          <a:p>
            <a:r>
              <a:rPr lang="en-US" dirty="0"/>
              <a:t>(B, 0.575)</a:t>
            </a:r>
          </a:p>
          <a:p>
            <a:r>
              <a:rPr lang="en-US" dirty="0"/>
              <a:t>(C, 1.425)</a:t>
            </a:r>
          </a:p>
          <a:p>
            <a:r>
              <a:rPr lang="en-US" dirty="0"/>
              <a:t>(A, 1.0)</a:t>
            </a:r>
          </a:p>
        </p:txBody>
      </p:sp>
    </p:spTree>
    <p:extLst>
      <p:ext uri="{BB962C8B-B14F-4D97-AF65-F5344CB8AC3E}">
        <p14:creationId xmlns:p14="http://schemas.microsoft.com/office/powerpoint/2010/main" val="22694411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6536" y="137537"/>
            <a:ext cx="10515600" cy="567597"/>
          </a:xfrm>
        </p:spPr>
        <p:txBody>
          <a:bodyPr/>
          <a:lstStyle/>
          <a:p>
            <a:r>
              <a:rPr lang="en-IN" b="1" dirty="0" err="1">
                <a:solidFill>
                  <a:srgbClr val="002060"/>
                </a:solidFill>
              </a:rPr>
              <a:t>Pagerank</a:t>
            </a:r>
            <a:r>
              <a:rPr lang="en-IN" b="1" dirty="0">
                <a:solidFill>
                  <a:srgbClr val="002060"/>
                </a:solidFill>
              </a:rPr>
              <a:t> in Spark: How it works</a:t>
            </a:r>
          </a:p>
        </p:txBody>
      </p:sp>
      <p:graphicFrame>
        <p:nvGraphicFramePr>
          <p:cNvPr id="5" name="Table 4"/>
          <p:cNvGraphicFramePr>
            <a:graphicFrameLocks noGrp="1"/>
          </p:cNvGraphicFramePr>
          <p:nvPr/>
        </p:nvGraphicFramePr>
        <p:xfrm>
          <a:off x="544401" y="1210237"/>
          <a:ext cx="864096" cy="1219200"/>
        </p:xfrm>
        <a:graphic>
          <a:graphicData uri="http://schemas.openxmlformats.org/drawingml/2006/table">
            <a:tbl>
              <a:tblPr firstRow="1" bandRow="1">
                <a:tableStyleId>{5C22544A-7EE6-4342-B048-85BDC9FD1C3A}</a:tableStyleId>
              </a:tblPr>
              <a:tblGrid>
                <a:gridCol w="432048">
                  <a:extLst>
                    <a:ext uri="{9D8B030D-6E8A-4147-A177-3AD203B41FA5}">
                      <a16:colId xmlns:a16="http://schemas.microsoft.com/office/drawing/2014/main" val="2830889989"/>
                    </a:ext>
                  </a:extLst>
                </a:gridCol>
                <a:gridCol w="432048">
                  <a:extLst>
                    <a:ext uri="{9D8B030D-6E8A-4147-A177-3AD203B41FA5}">
                      <a16:colId xmlns:a16="http://schemas.microsoft.com/office/drawing/2014/main" val="3879347736"/>
                    </a:ext>
                  </a:extLst>
                </a:gridCol>
              </a:tblGrid>
              <a:tr h="304800">
                <a:tc>
                  <a:txBody>
                    <a:bodyPr/>
                    <a:lstStyle/>
                    <a:p>
                      <a:r>
                        <a:rPr lang="en-IN" sz="1200" dirty="0">
                          <a:solidFill>
                            <a:srgbClr val="00B050"/>
                          </a:solidFill>
                        </a:rPr>
                        <a:t>4</a:t>
                      </a:r>
                    </a:p>
                  </a:txBody>
                  <a:tcPr marL="121920" marR="121920" marT="60960" marB="60960"/>
                </a:tc>
                <a:tc>
                  <a:txBody>
                    <a:bodyPr/>
                    <a:lstStyle/>
                    <a:p>
                      <a:r>
                        <a:rPr lang="en-IN" sz="1200" dirty="0">
                          <a:solidFill>
                            <a:srgbClr val="00B050"/>
                          </a:solidFill>
                        </a:rPr>
                        <a:t>1</a:t>
                      </a:r>
                    </a:p>
                  </a:txBody>
                  <a:tcPr marL="121920" marR="121920" marT="60960" marB="60960"/>
                </a:tc>
                <a:extLst>
                  <a:ext uri="{0D108BD9-81ED-4DB2-BD59-A6C34878D82A}">
                    <a16:rowId xmlns:a16="http://schemas.microsoft.com/office/drawing/2014/main" val="2936686103"/>
                  </a:ext>
                </a:extLst>
              </a:tr>
              <a:tr h="304800">
                <a:tc>
                  <a:txBody>
                    <a:bodyPr/>
                    <a:lstStyle/>
                    <a:p>
                      <a:r>
                        <a:rPr lang="en-IN" sz="1200" dirty="0">
                          <a:solidFill>
                            <a:srgbClr val="00B050"/>
                          </a:solidFill>
                        </a:rPr>
                        <a:t>3</a:t>
                      </a:r>
                    </a:p>
                  </a:txBody>
                  <a:tcPr marL="121920" marR="121920" marT="60960" marB="60960"/>
                </a:tc>
                <a:tc>
                  <a:txBody>
                    <a:bodyPr/>
                    <a:lstStyle/>
                    <a:p>
                      <a:r>
                        <a:rPr lang="en-IN" sz="1200" dirty="0">
                          <a:solidFill>
                            <a:srgbClr val="00B050"/>
                          </a:solidFill>
                        </a:rPr>
                        <a:t>1</a:t>
                      </a:r>
                    </a:p>
                  </a:txBody>
                  <a:tcPr marL="121920" marR="121920" marT="60960" marB="60960"/>
                </a:tc>
                <a:extLst>
                  <a:ext uri="{0D108BD9-81ED-4DB2-BD59-A6C34878D82A}">
                    <a16:rowId xmlns:a16="http://schemas.microsoft.com/office/drawing/2014/main" val="760706982"/>
                  </a:ext>
                </a:extLst>
              </a:tr>
              <a:tr h="304800">
                <a:tc>
                  <a:txBody>
                    <a:bodyPr/>
                    <a:lstStyle/>
                    <a:p>
                      <a:r>
                        <a:rPr lang="en-IN" sz="1200" dirty="0">
                          <a:solidFill>
                            <a:srgbClr val="00B050"/>
                          </a:solidFill>
                        </a:rPr>
                        <a:t>2</a:t>
                      </a:r>
                    </a:p>
                  </a:txBody>
                  <a:tcPr marL="121920" marR="121920" marT="60960" marB="60960"/>
                </a:tc>
                <a:tc>
                  <a:txBody>
                    <a:bodyPr/>
                    <a:lstStyle/>
                    <a:p>
                      <a:r>
                        <a:rPr lang="en-IN" sz="1200" dirty="0">
                          <a:solidFill>
                            <a:srgbClr val="00B050"/>
                          </a:solidFill>
                        </a:rPr>
                        <a:t>1</a:t>
                      </a:r>
                    </a:p>
                  </a:txBody>
                  <a:tcPr marL="121920" marR="121920" marT="60960" marB="60960"/>
                </a:tc>
                <a:extLst>
                  <a:ext uri="{0D108BD9-81ED-4DB2-BD59-A6C34878D82A}">
                    <a16:rowId xmlns:a16="http://schemas.microsoft.com/office/drawing/2014/main" val="1880262825"/>
                  </a:ext>
                </a:extLst>
              </a:tr>
              <a:tr h="304800">
                <a:tc>
                  <a:txBody>
                    <a:bodyPr/>
                    <a:lstStyle/>
                    <a:p>
                      <a:r>
                        <a:rPr lang="en-IN" sz="1200" dirty="0">
                          <a:solidFill>
                            <a:srgbClr val="00B050"/>
                          </a:solidFill>
                        </a:rPr>
                        <a:t>1</a:t>
                      </a:r>
                    </a:p>
                  </a:txBody>
                  <a:tcPr marL="121920" marR="121920" marT="60960" marB="60960"/>
                </a:tc>
                <a:tc>
                  <a:txBody>
                    <a:bodyPr/>
                    <a:lstStyle/>
                    <a:p>
                      <a:r>
                        <a:rPr lang="en-IN" sz="1200" dirty="0">
                          <a:solidFill>
                            <a:srgbClr val="00B050"/>
                          </a:solidFill>
                        </a:rPr>
                        <a:t>1</a:t>
                      </a:r>
                    </a:p>
                  </a:txBody>
                  <a:tcPr marL="121920" marR="121920" marT="60960" marB="60960"/>
                </a:tc>
                <a:extLst>
                  <a:ext uri="{0D108BD9-81ED-4DB2-BD59-A6C34878D82A}">
                    <a16:rowId xmlns:a16="http://schemas.microsoft.com/office/drawing/2014/main" val="2233915956"/>
                  </a:ext>
                </a:extLst>
              </a:tr>
            </a:tbl>
          </a:graphicData>
        </a:graphic>
      </p:graphicFrame>
      <p:graphicFrame>
        <p:nvGraphicFramePr>
          <p:cNvPr id="6" name="Table 5"/>
          <p:cNvGraphicFramePr>
            <a:graphicFrameLocks noGrp="1"/>
          </p:cNvGraphicFramePr>
          <p:nvPr/>
        </p:nvGraphicFramePr>
        <p:xfrm>
          <a:off x="1799770" y="1210237"/>
          <a:ext cx="1056117" cy="1219200"/>
        </p:xfrm>
        <a:graphic>
          <a:graphicData uri="http://schemas.openxmlformats.org/drawingml/2006/table">
            <a:tbl>
              <a:tblPr firstRow="1" bandRow="1">
                <a:tableStyleId>{5C22544A-7EE6-4342-B048-85BDC9FD1C3A}</a:tableStyleId>
              </a:tblPr>
              <a:tblGrid>
                <a:gridCol w="281632">
                  <a:extLst>
                    <a:ext uri="{9D8B030D-6E8A-4147-A177-3AD203B41FA5}">
                      <a16:colId xmlns:a16="http://schemas.microsoft.com/office/drawing/2014/main" val="2830889989"/>
                    </a:ext>
                  </a:extLst>
                </a:gridCol>
                <a:gridCol w="774485">
                  <a:extLst>
                    <a:ext uri="{9D8B030D-6E8A-4147-A177-3AD203B41FA5}">
                      <a16:colId xmlns:a16="http://schemas.microsoft.com/office/drawing/2014/main" val="3879347736"/>
                    </a:ext>
                  </a:extLst>
                </a:gridCol>
              </a:tblGrid>
              <a:tr h="304800">
                <a:tc>
                  <a:txBody>
                    <a:bodyPr/>
                    <a:lstStyle/>
                    <a:p>
                      <a:r>
                        <a:rPr lang="en-IN" sz="1200" dirty="0">
                          <a:solidFill>
                            <a:srgbClr val="00B050"/>
                          </a:solidFill>
                        </a:rPr>
                        <a:t>4</a:t>
                      </a:r>
                    </a:p>
                  </a:txBody>
                  <a:tcPr marL="121920" marR="121920" marT="60960" marB="60960"/>
                </a:tc>
                <a:tc>
                  <a:txBody>
                    <a:bodyPr/>
                    <a:lstStyle/>
                    <a:p>
                      <a:r>
                        <a:rPr lang="en-IN" sz="1200" dirty="0">
                          <a:solidFill>
                            <a:srgbClr val="00B050"/>
                          </a:solidFill>
                        </a:rPr>
                        <a:t>(3,1), 1</a:t>
                      </a:r>
                    </a:p>
                  </a:txBody>
                  <a:tcPr marL="121920" marR="121920" marT="60960" marB="60960"/>
                </a:tc>
                <a:extLst>
                  <a:ext uri="{0D108BD9-81ED-4DB2-BD59-A6C34878D82A}">
                    <a16:rowId xmlns:a16="http://schemas.microsoft.com/office/drawing/2014/main" val="2936686103"/>
                  </a:ext>
                </a:extLst>
              </a:tr>
              <a:tr h="304800">
                <a:tc>
                  <a:txBody>
                    <a:bodyPr/>
                    <a:lstStyle/>
                    <a:p>
                      <a:r>
                        <a:rPr lang="en-IN" sz="1200" dirty="0">
                          <a:solidFill>
                            <a:srgbClr val="00B050"/>
                          </a:solidFill>
                        </a:rPr>
                        <a:t>3</a:t>
                      </a:r>
                    </a:p>
                  </a:txBody>
                  <a:tcPr marL="121920" marR="121920" marT="60960" marB="60960"/>
                </a:tc>
                <a:tc>
                  <a:txBody>
                    <a:bodyPr/>
                    <a:lstStyle/>
                    <a:p>
                      <a:r>
                        <a:rPr lang="en-IN" sz="1200" dirty="0">
                          <a:solidFill>
                            <a:srgbClr val="00B050"/>
                          </a:solidFill>
                        </a:rPr>
                        <a:t>(2,1), 1</a:t>
                      </a:r>
                    </a:p>
                  </a:txBody>
                  <a:tcPr marL="121920" marR="121920" marT="60960" marB="60960"/>
                </a:tc>
                <a:extLst>
                  <a:ext uri="{0D108BD9-81ED-4DB2-BD59-A6C34878D82A}">
                    <a16:rowId xmlns:a16="http://schemas.microsoft.com/office/drawing/2014/main" val="760706982"/>
                  </a:ext>
                </a:extLst>
              </a:tr>
              <a:tr h="304800">
                <a:tc>
                  <a:txBody>
                    <a:bodyPr/>
                    <a:lstStyle/>
                    <a:p>
                      <a:r>
                        <a:rPr lang="en-IN" sz="1200" dirty="0">
                          <a:solidFill>
                            <a:srgbClr val="00B050"/>
                          </a:solidFill>
                        </a:rPr>
                        <a:t>2</a:t>
                      </a:r>
                    </a:p>
                  </a:txBody>
                  <a:tcPr marL="121920" marR="121920" marT="60960" marB="60960"/>
                </a:tc>
                <a:tc>
                  <a:txBody>
                    <a:bodyPr/>
                    <a:lstStyle/>
                    <a:p>
                      <a:r>
                        <a:rPr lang="en-IN" sz="1200" dirty="0">
                          <a:solidFill>
                            <a:srgbClr val="00B050"/>
                          </a:solidFill>
                        </a:rPr>
                        <a:t>1,1</a:t>
                      </a:r>
                    </a:p>
                  </a:txBody>
                  <a:tcPr marL="121920" marR="121920" marT="60960" marB="60960"/>
                </a:tc>
                <a:extLst>
                  <a:ext uri="{0D108BD9-81ED-4DB2-BD59-A6C34878D82A}">
                    <a16:rowId xmlns:a16="http://schemas.microsoft.com/office/drawing/2014/main" val="1880262825"/>
                  </a:ext>
                </a:extLst>
              </a:tr>
              <a:tr h="304800">
                <a:tc>
                  <a:txBody>
                    <a:bodyPr/>
                    <a:lstStyle/>
                    <a:p>
                      <a:r>
                        <a:rPr lang="en-IN" sz="1200" dirty="0">
                          <a:solidFill>
                            <a:srgbClr val="00B050"/>
                          </a:solidFill>
                        </a:rPr>
                        <a:t>1</a:t>
                      </a:r>
                    </a:p>
                  </a:txBody>
                  <a:tcPr marL="121920" marR="121920" marT="60960" marB="60960"/>
                </a:tc>
                <a:tc>
                  <a:txBody>
                    <a:bodyPr/>
                    <a:lstStyle/>
                    <a:p>
                      <a:r>
                        <a:rPr lang="en-IN" sz="1200" dirty="0">
                          <a:solidFill>
                            <a:srgbClr val="00B050"/>
                          </a:solidFill>
                        </a:rPr>
                        <a:t>4,1</a:t>
                      </a:r>
                    </a:p>
                  </a:txBody>
                  <a:tcPr marL="121920" marR="121920" marT="60960" marB="60960"/>
                </a:tc>
                <a:extLst>
                  <a:ext uri="{0D108BD9-81ED-4DB2-BD59-A6C34878D82A}">
                    <a16:rowId xmlns:a16="http://schemas.microsoft.com/office/drawing/2014/main" val="2233915956"/>
                  </a:ext>
                </a:extLst>
              </a:tr>
            </a:tbl>
          </a:graphicData>
        </a:graphic>
      </p:graphicFrame>
      <p:graphicFrame>
        <p:nvGraphicFramePr>
          <p:cNvPr id="8" name="Table 7"/>
          <p:cNvGraphicFramePr>
            <a:graphicFrameLocks noGrp="1"/>
          </p:cNvGraphicFramePr>
          <p:nvPr/>
        </p:nvGraphicFramePr>
        <p:xfrm>
          <a:off x="540693" y="2738545"/>
          <a:ext cx="846271" cy="1219200"/>
        </p:xfrm>
        <a:graphic>
          <a:graphicData uri="http://schemas.openxmlformats.org/drawingml/2006/table">
            <a:tbl>
              <a:tblPr firstRow="1" bandRow="1">
                <a:tableStyleId>{5C22544A-7EE6-4342-B048-85BDC9FD1C3A}</a:tableStyleId>
              </a:tblPr>
              <a:tblGrid>
                <a:gridCol w="277707">
                  <a:extLst>
                    <a:ext uri="{9D8B030D-6E8A-4147-A177-3AD203B41FA5}">
                      <a16:colId xmlns:a16="http://schemas.microsoft.com/office/drawing/2014/main" val="2830889989"/>
                    </a:ext>
                  </a:extLst>
                </a:gridCol>
                <a:gridCol w="568564">
                  <a:extLst>
                    <a:ext uri="{9D8B030D-6E8A-4147-A177-3AD203B41FA5}">
                      <a16:colId xmlns:a16="http://schemas.microsoft.com/office/drawing/2014/main" val="3879347736"/>
                    </a:ext>
                  </a:extLst>
                </a:gridCol>
              </a:tblGrid>
              <a:tr h="304800">
                <a:tc>
                  <a:txBody>
                    <a:bodyPr/>
                    <a:lstStyle/>
                    <a:p>
                      <a:r>
                        <a:rPr lang="en-IN" sz="1200" dirty="0">
                          <a:solidFill>
                            <a:srgbClr val="00B050"/>
                          </a:solidFill>
                        </a:rPr>
                        <a:t>4</a:t>
                      </a:r>
                    </a:p>
                  </a:txBody>
                  <a:tcPr marL="121920" marR="121920" marT="60960" marB="60960"/>
                </a:tc>
                <a:tc>
                  <a:txBody>
                    <a:bodyPr/>
                    <a:lstStyle/>
                    <a:p>
                      <a:r>
                        <a:rPr lang="en-IN" sz="1200" dirty="0">
                          <a:solidFill>
                            <a:srgbClr val="00B050"/>
                          </a:solidFill>
                        </a:rPr>
                        <a:t>(3,1)</a:t>
                      </a:r>
                    </a:p>
                  </a:txBody>
                  <a:tcPr marL="121920" marR="121920" marT="60960" marB="60960"/>
                </a:tc>
                <a:extLst>
                  <a:ext uri="{0D108BD9-81ED-4DB2-BD59-A6C34878D82A}">
                    <a16:rowId xmlns:a16="http://schemas.microsoft.com/office/drawing/2014/main" val="2936686103"/>
                  </a:ext>
                </a:extLst>
              </a:tr>
              <a:tr h="304800">
                <a:tc>
                  <a:txBody>
                    <a:bodyPr/>
                    <a:lstStyle/>
                    <a:p>
                      <a:r>
                        <a:rPr lang="en-IN" sz="1200" dirty="0">
                          <a:solidFill>
                            <a:srgbClr val="00B050"/>
                          </a:solidFill>
                        </a:rPr>
                        <a:t>3</a:t>
                      </a:r>
                    </a:p>
                  </a:txBody>
                  <a:tcPr marL="121920" marR="121920" marT="60960" marB="60960"/>
                </a:tc>
                <a:tc>
                  <a:txBody>
                    <a:bodyPr/>
                    <a:lstStyle/>
                    <a:p>
                      <a:r>
                        <a:rPr lang="en-IN" sz="1200" dirty="0">
                          <a:solidFill>
                            <a:srgbClr val="00B050"/>
                          </a:solidFill>
                        </a:rPr>
                        <a:t>(2,1)</a:t>
                      </a:r>
                    </a:p>
                  </a:txBody>
                  <a:tcPr marL="121920" marR="121920" marT="60960" marB="60960"/>
                </a:tc>
                <a:extLst>
                  <a:ext uri="{0D108BD9-81ED-4DB2-BD59-A6C34878D82A}">
                    <a16:rowId xmlns:a16="http://schemas.microsoft.com/office/drawing/2014/main" val="760706982"/>
                  </a:ext>
                </a:extLst>
              </a:tr>
              <a:tr h="304800">
                <a:tc>
                  <a:txBody>
                    <a:bodyPr/>
                    <a:lstStyle/>
                    <a:p>
                      <a:r>
                        <a:rPr lang="en-IN" sz="1200" dirty="0">
                          <a:solidFill>
                            <a:srgbClr val="00B050"/>
                          </a:solidFill>
                        </a:rPr>
                        <a:t>2</a:t>
                      </a:r>
                    </a:p>
                  </a:txBody>
                  <a:tcPr marL="121920" marR="121920" marT="60960" marB="60960"/>
                </a:tc>
                <a:tc>
                  <a:txBody>
                    <a:bodyPr/>
                    <a:lstStyle/>
                    <a:p>
                      <a:r>
                        <a:rPr lang="en-IN" sz="1200" dirty="0">
                          <a:solidFill>
                            <a:srgbClr val="00B050"/>
                          </a:solidFill>
                        </a:rPr>
                        <a:t>1</a:t>
                      </a:r>
                    </a:p>
                  </a:txBody>
                  <a:tcPr marL="121920" marR="121920" marT="60960" marB="60960"/>
                </a:tc>
                <a:extLst>
                  <a:ext uri="{0D108BD9-81ED-4DB2-BD59-A6C34878D82A}">
                    <a16:rowId xmlns:a16="http://schemas.microsoft.com/office/drawing/2014/main" val="1880262825"/>
                  </a:ext>
                </a:extLst>
              </a:tr>
              <a:tr h="304800">
                <a:tc>
                  <a:txBody>
                    <a:bodyPr/>
                    <a:lstStyle/>
                    <a:p>
                      <a:r>
                        <a:rPr lang="en-IN" sz="1200" dirty="0">
                          <a:solidFill>
                            <a:srgbClr val="00B050"/>
                          </a:solidFill>
                        </a:rPr>
                        <a:t>1</a:t>
                      </a:r>
                    </a:p>
                  </a:txBody>
                  <a:tcPr marL="121920" marR="121920" marT="60960" marB="60960"/>
                </a:tc>
                <a:tc>
                  <a:txBody>
                    <a:bodyPr/>
                    <a:lstStyle/>
                    <a:p>
                      <a:r>
                        <a:rPr lang="en-IN" sz="1200" dirty="0">
                          <a:solidFill>
                            <a:srgbClr val="00B050"/>
                          </a:solidFill>
                        </a:rPr>
                        <a:t>4</a:t>
                      </a:r>
                    </a:p>
                  </a:txBody>
                  <a:tcPr marL="121920" marR="121920" marT="60960" marB="60960"/>
                </a:tc>
                <a:extLst>
                  <a:ext uri="{0D108BD9-81ED-4DB2-BD59-A6C34878D82A}">
                    <a16:rowId xmlns:a16="http://schemas.microsoft.com/office/drawing/2014/main" val="2233915956"/>
                  </a:ext>
                </a:extLst>
              </a:tr>
            </a:tbl>
          </a:graphicData>
        </a:graphic>
      </p:graphicFrame>
      <p:cxnSp>
        <p:nvCxnSpPr>
          <p:cNvPr id="10" name="Straight Arrow Connector 9"/>
          <p:cNvCxnSpPr>
            <a:endCxn id="6" idx="1"/>
          </p:cNvCxnSpPr>
          <p:nvPr/>
        </p:nvCxnSpPr>
        <p:spPr>
          <a:xfrm>
            <a:off x="1386963" y="1819837"/>
            <a:ext cx="41280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p:cNvCxnSpPr>
            <a:endCxn id="6" idx="1"/>
          </p:cNvCxnSpPr>
          <p:nvPr/>
        </p:nvCxnSpPr>
        <p:spPr>
          <a:xfrm flipV="1">
            <a:off x="1386963" y="1819838"/>
            <a:ext cx="412807" cy="15283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Box 12"/>
          <p:cNvSpPr txBox="1"/>
          <p:nvPr/>
        </p:nvSpPr>
        <p:spPr>
          <a:xfrm>
            <a:off x="1316101" y="1833028"/>
            <a:ext cx="576064" cy="2974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33" b="1" i="0" u="none" strike="noStrike" kern="1200" cap="none" spc="0" normalizeH="0" baseline="0" noProof="0" dirty="0">
                <a:ln>
                  <a:noFill/>
                </a:ln>
                <a:solidFill>
                  <a:srgbClr val="7030A0"/>
                </a:solidFill>
                <a:effectLst/>
                <a:uLnTx/>
                <a:uFillTx/>
                <a:latin typeface="Arial"/>
                <a:ea typeface="+mn-ea"/>
                <a:cs typeface="+mn-cs"/>
              </a:rPr>
              <a:t>join</a:t>
            </a:r>
          </a:p>
        </p:txBody>
      </p:sp>
      <p:graphicFrame>
        <p:nvGraphicFramePr>
          <p:cNvPr id="14" name="Table 13"/>
          <p:cNvGraphicFramePr>
            <a:graphicFrameLocks noGrp="1"/>
          </p:cNvGraphicFramePr>
          <p:nvPr/>
        </p:nvGraphicFramePr>
        <p:xfrm>
          <a:off x="3353326" y="1199143"/>
          <a:ext cx="774485" cy="1219200"/>
        </p:xfrm>
        <a:graphic>
          <a:graphicData uri="http://schemas.openxmlformats.org/drawingml/2006/table">
            <a:tbl>
              <a:tblPr firstRow="1" bandRow="1">
                <a:tableStyleId>{5C22544A-7EE6-4342-B048-85BDC9FD1C3A}</a:tableStyleId>
              </a:tblPr>
              <a:tblGrid>
                <a:gridCol w="774485">
                  <a:extLst>
                    <a:ext uri="{9D8B030D-6E8A-4147-A177-3AD203B41FA5}">
                      <a16:colId xmlns:a16="http://schemas.microsoft.com/office/drawing/2014/main" val="3879347736"/>
                    </a:ext>
                  </a:extLst>
                </a:gridCol>
              </a:tblGrid>
              <a:tr h="304800">
                <a:tc>
                  <a:txBody>
                    <a:bodyPr/>
                    <a:lstStyle/>
                    <a:p>
                      <a:r>
                        <a:rPr lang="en-IN" sz="1200" dirty="0">
                          <a:solidFill>
                            <a:srgbClr val="00B050"/>
                          </a:solidFill>
                        </a:rPr>
                        <a:t>(3,1), 1</a:t>
                      </a:r>
                    </a:p>
                  </a:txBody>
                  <a:tcPr marL="121920" marR="121920" marT="60960" marB="60960"/>
                </a:tc>
                <a:extLst>
                  <a:ext uri="{0D108BD9-81ED-4DB2-BD59-A6C34878D82A}">
                    <a16:rowId xmlns:a16="http://schemas.microsoft.com/office/drawing/2014/main" val="2936686103"/>
                  </a:ext>
                </a:extLst>
              </a:tr>
              <a:tr h="304800">
                <a:tc>
                  <a:txBody>
                    <a:bodyPr/>
                    <a:lstStyle/>
                    <a:p>
                      <a:r>
                        <a:rPr lang="en-IN" sz="1200" dirty="0">
                          <a:solidFill>
                            <a:srgbClr val="00B050"/>
                          </a:solidFill>
                        </a:rPr>
                        <a:t>(2,1), 1</a:t>
                      </a:r>
                    </a:p>
                  </a:txBody>
                  <a:tcPr marL="121920" marR="121920" marT="60960" marB="60960"/>
                </a:tc>
                <a:extLst>
                  <a:ext uri="{0D108BD9-81ED-4DB2-BD59-A6C34878D82A}">
                    <a16:rowId xmlns:a16="http://schemas.microsoft.com/office/drawing/2014/main" val="760706982"/>
                  </a:ext>
                </a:extLst>
              </a:tr>
              <a:tr h="304800">
                <a:tc>
                  <a:txBody>
                    <a:bodyPr/>
                    <a:lstStyle/>
                    <a:p>
                      <a:r>
                        <a:rPr lang="en-IN" sz="1200" dirty="0">
                          <a:solidFill>
                            <a:srgbClr val="00B050"/>
                          </a:solidFill>
                        </a:rPr>
                        <a:t>1,1</a:t>
                      </a:r>
                    </a:p>
                  </a:txBody>
                  <a:tcPr marL="121920" marR="121920" marT="60960" marB="60960"/>
                </a:tc>
                <a:extLst>
                  <a:ext uri="{0D108BD9-81ED-4DB2-BD59-A6C34878D82A}">
                    <a16:rowId xmlns:a16="http://schemas.microsoft.com/office/drawing/2014/main" val="1880262825"/>
                  </a:ext>
                </a:extLst>
              </a:tr>
              <a:tr h="304800">
                <a:tc>
                  <a:txBody>
                    <a:bodyPr/>
                    <a:lstStyle/>
                    <a:p>
                      <a:r>
                        <a:rPr lang="en-IN" sz="1200" dirty="0">
                          <a:solidFill>
                            <a:srgbClr val="00B050"/>
                          </a:solidFill>
                        </a:rPr>
                        <a:t>4,1</a:t>
                      </a:r>
                    </a:p>
                  </a:txBody>
                  <a:tcPr marL="121920" marR="121920" marT="60960" marB="60960"/>
                </a:tc>
                <a:extLst>
                  <a:ext uri="{0D108BD9-81ED-4DB2-BD59-A6C34878D82A}">
                    <a16:rowId xmlns:a16="http://schemas.microsoft.com/office/drawing/2014/main" val="2233915956"/>
                  </a:ext>
                </a:extLst>
              </a:tr>
            </a:tbl>
          </a:graphicData>
        </a:graphic>
      </p:graphicFrame>
      <p:cxnSp>
        <p:nvCxnSpPr>
          <p:cNvPr id="16" name="Straight Arrow Connector 15"/>
          <p:cNvCxnSpPr>
            <a:endCxn id="14" idx="1"/>
          </p:cNvCxnSpPr>
          <p:nvPr/>
        </p:nvCxnSpPr>
        <p:spPr>
          <a:xfrm flipV="1">
            <a:off x="2855887" y="1808743"/>
            <a:ext cx="497439" cy="242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Box 16"/>
          <p:cNvSpPr txBox="1"/>
          <p:nvPr/>
        </p:nvSpPr>
        <p:spPr>
          <a:xfrm>
            <a:off x="2782725" y="1500967"/>
            <a:ext cx="66236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srgbClr val="7030A0"/>
                </a:solidFill>
                <a:effectLst/>
                <a:uLnTx/>
                <a:uFillTx/>
                <a:latin typeface="Arial"/>
                <a:ea typeface="+mn-ea"/>
                <a:cs typeface="+mn-cs"/>
              </a:rPr>
              <a:t>values</a:t>
            </a:r>
          </a:p>
        </p:txBody>
      </p:sp>
      <p:graphicFrame>
        <p:nvGraphicFramePr>
          <p:cNvPr id="18" name="Table 17"/>
          <p:cNvGraphicFramePr>
            <a:graphicFrameLocks noGrp="1"/>
          </p:cNvGraphicFramePr>
          <p:nvPr/>
        </p:nvGraphicFramePr>
        <p:xfrm>
          <a:off x="4792879" y="1199143"/>
          <a:ext cx="1039338" cy="1828800"/>
        </p:xfrm>
        <a:graphic>
          <a:graphicData uri="http://schemas.openxmlformats.org/drawingml/2006/table">
            <a:tbl>
              <a:tblPr firstRow="1" bandRow="1">
                <a:tableStyleId>{5C22544A-7EE6-4342-B048-85BDC9FD1C3A}</a:tableStyleId>
              </a:tblPr>
              <a:tblGrid>
                <a:gridCol w="519669">
                  <a:extLst>
                    <a:ext uri="{9D8B030D-6E8A-4147-A177-3AD203B41FA5}">
                      <a16:colId xmlns:a16="http://schemas.microsoft.com/office/drawing/2014/main" val="2830889989"/>
                    </a:ext>
                  </a:extLst>
                </a:gridCol>
                <a:gridCol w="519669">
                  <a:extLst>
                    <a:ext uri="{9D8B030D-6E8A-4147-A177-3AD203B41FA5}">
                      <a16:colId xmlns:a16="http://schemas.microsoft.com/office/drawing/2014/main" val="3879347736"/>
                    </a:ext>
                  </a:extLst>
                </a:gridCol>
              </a:tblGrid>
              <a:tr h="304800">
                <a:tc>
                  <a:txBody>
                    <a:bodyPr/>
                    <a:lstStyle/>
                    <a:p>
                      <a:r>
                        <a:rPr lang="en-IN" sz="1200" dirty="0">
                          <a:solidFill>
                            <a:srgbClr val="00B050"/>
                          </a:solidFill>
                        </a:rPr>
                        <a:t>3</a:t>
                      </a:r>
                    </a:p>
                  </a:txBody>
                  <a:tcPr marL="121920" marR="121920" marT="60960" marB="60960"/>
                </a:tc>
                <a:tc>
                  <a:txBody>
                    <a:bodyPr/>
                    <a:lstStyle/>
                    <a:p>
                      <a:r>
                        <a:rPr lang="en-IN" sz="1200" dirty="0">
                          <a:solidFill>
                            <a:srgbClr val="00B050"/>
                          </a:solidFill>
                        </a:rPr>
                        <a:t>0.5</a:t>
                      </a:r>
                    </a:p>
                  </a:txBody>
                  <a:tcPr marL="121920" marR="121920" marT="60960" marB="60960"/>
                </a:tc>
                <a:extLst>
                  <a:ext uri="{0D108BD9-81ED-4DB2-BD59-A6C34878D82A}">
                    <a16:rowId xmlns:a16="http://schemas.microsoft.com/office/drawing/2014/main" val="2936686103"/>
                  </a:ext>
                </a:extLst>
              </a:tr>
              <a:tr h="304800">
                <a:tc>
                  <a:txBody>
                    <a:bodyPr/>
                    <a:lstStyle/>
                    <a:p>
                      <a:r>
                        <a:rPr lang="en-IN" sz="1200" dirty="0">
                          <a:solidFill>
                            <a:srgbClr val="00B050"/>
                          </a:solidFill>
                        </a:rPr>
                        <a:t>1</a:t>
                      </a:r>
                    </a:p>
                  </a:txBody>
                  <a:tcPr marL="121920" marR="121920" marT="60960" marB="60960"/>
                </a:tc>
                <a:tc>
                  <a:txBody>
                    <a:bodyPr/>
                    <a:lstStyle/>
                    <a:p>
                      <a:r>
                        <a:rPr lang="en-IN" sz="1200" dirty="0">
                          <a:solidFill>
                            <a:srgbClr val="00B050"/>
                          </a:solidFill>
                        </a:rPr>
                        <a:t>0.5</a:t>
                      </a:r>
                    </a:p>
                  </a:txBody>
                  <a:tcPr marL="121920" marR="121920" marT="60960" marB="60960"/>
                </a:tc>
                <a:extLst>
                  <a:ext uri="{0D108BD9-81ED-4DB2-BD59-A6C34878D82A}">
                    <a16:rowId xmlns:a16="http://schemas.microsoft.com/office/drawing/2014/main" val="760706982"/>
                  </a:ext>
                </a:extLst>
              </a:tr>
              <a:tr h="304800">
                <a:tc>
                  <a:txBody>
                    <a:bodyPr/>
                    <a:lstStyle/>
                    <a:p>
                      <a:r>
                        <a:rPr lang="en-IN" sz="1200" dirty="0">
                          <a:solidFill>
                            <a:srgbClr val="00B050"/>
                          </a:solidFill>
                        </a:rPr>
                        <a:t>1</a:t>
                      </a:r>
                    </a:p>
                  </a:txBody>
                  <a:tcPr marL="121920" marR="121920" marT="60960" marB="60960"/>
                </a:tc>
                <a:tc>
                  <a:txBody>
                    <a:bodyPr/>
                    <a:lstStyle/>
                    <a:p>
                      <a:r>
                        <a:rPr lang="en-IN" sz="1200" dirty="0">
                          <a:solidFill>
                            <a:srgbClr val="00B050"/>
                          </a:solidFill>
                        </a:rPr>
                        <a:t>1.0</a:t>
                      </a:r>
                    </a:p>
                  </a:txBody>
                  <a:tcPr marL="121920" marR="121920" marT="60960" marB="60960"/>
                </a:tc>
                <a:extLst>
                  <a:ext uri="{0D108BD9-81ED-4DB2-BD59-A6C34878D82A}">
                    <a16:rowId xmlns:a16="http://schemas.microsoft.com/office/drawing/2014/main" val="1880262825"/>
                  </a:ext>
                </a:extLst>
              </a:tr>
              <a:tr h="304800">
                <a:tc>
                  <a:txBody>
                    <a:bodyPr/>
                    <a:lstStyle/>
                    <a:p>
                      <a:r>
                        <a:rPr lang="en-IN" sz="1200" dirty="0">
                          <a:solidFill>
                            <a:srgbClr val="00B050"/>
                          </a:solidFill>
                        </a:rPr>
                        <a:t>2</a:t>
                      </a:r>
                    </a:p>
                  </a:txBody>
                  <a:tcPr marL="121920" marR="121920" marT="60960" marB="60960"/>
                </a:tc>
                <a:tc>
                  <a:txBody>
                    <a:bodyPr/>
                    <a:lstStyle/>
                    <a:p>
                      <a:r>
                        <a:rPr lang="en-IN" sz="1200" dirty="0">
                          <a:solidFill>
                            <a:srgbClr val="00B050"/>
                          </a:solidFill>
                        </a:rPr>
                        <a:t>0.5</a:t>
                      </a:r>
                    </a:p>
                  </a:txBody>
                  <a:tcPr marL="121920" marR="121920" marT="60960" marB="60960"/>
                </a:tc>
                <a:extLst>
                  <a:ext uri="{0D108BD9-81ED-4DB2-BD59-A6C34878D82A}">
                    <a16:rowId xmlns:a16="http://schemas.microsoft.com/office/drawing/2014/main" val="2233915956"/>
                  </a:ext>
                </a:extLst>
              </a:tr>
              <a:tr h="304800">
                <a:tc>
                  <a:txBody>
                    <a:bodyPr/>
                    <a:lstStyle/>
                    <a:p>
                      <a:r>
                        <a:rPr lang="en-IN" sz="1200" dirty="0">
                          <a:solidFill>
                            <a:srgbClr val="00B050"/>
                          </a:solidFill>
                        </a:rPr>
                        <a:t>1</a:t>
                      </a:r>
                    </a:p>
                  </a:txBody>
                  <a:tcPr marL="121920" marR="121920" marT="60960" marB="60960"/>
                </a:tc>
                <a:tc>
                  <a:txBody>
                    <a:bodyPr/>
                    <a:lstStyle/>
                    <a:p>
                      <a:r>
                        <a:rPr lang="en-IN" sz="1200" dirty="0">
                          <a:solidFill>
                            <a:srgbClr val="00B050"/>
                          </a:solidFill>
                        </a:rPr>
                        <a:t>0.5</a:t>
                      </a:r>
                    </a:p>
                  </a:txBody>
                  <a:tcPr marL="121920" marR="121920" marT="60960" marB="60960"/>
                </a:tc>
                <a:extLst>
                  <a:ext uri="{0D108BD9-81ED-4DB2-BD59-A6C34878D82A}">
                    <a16:rowId xmlns:a16="http://schemas.microsoft.com/office/drawing/2014/main" val="64698219"/>
                  </a:ext>
                </a:extLst>
              </a:tr>
              <a:tr h="304800">
                <a:tc>
                  <a:txBody>
                    <a:bodyPr/>
                    <a:lstStyle/>
                    <a:p>
                      <a:r>
                        <a:rPr lang="en-IN" sz="1200" dirty="0">
                          <a:solidFill>
                            <a:srgbClr val="00B050"/>
                          </a:solidFill>
                        </a:rPr>
                        <a:t>4</a:t>
                      </a:r>
                    </a:p>
                  </a:txBody>
                  <a:tcPr marL="121920" marR="121920" marT="60960" marB="60960"/>
                </a:tc>
                <a:tc>
                  <a:txBody>
                    <a:bodyPr/>
                    <a:lstStyle/>
                    <a:p>
                      <a:r>
                        <a:rPr lang="en-IN" sz="1200" dirty="0">
                          <a:solidFill>
                            <a:srgbClr val="00B050"/>
                          </a:solidFill>
                        </a:rPr>
                        <a:t>1.0</a:t>
                      </a:r>
                    </a:p>
                  </a:txBody>
                  <a:tcPr marL="121920" marR="121920" marT="60960" marB="60960"/>
                </a:tc>
                <a:extLst>
                  <a:ext uri="{0D108BD9-81ED-4DB2-BD59-A6C34878D82A}">
                    <a16:rowId xmlns:a16="http://schemas.microsoft.com/office/drawing/2014/main" val="787288594"/>
                  </a:ext>
                </a:extLst>
              </a:tr>
            </a:tbl>
          </a:graphicData>
        </a:graphic>
      </p:graphicFrame>
      <p:cxnSp>
        <p:nvCxnSpPr>
          <p:cNvPr id="20" name="Straight Arrow Connector 19"/>
          <p:cNvCxnSpPr/>
          <p:nvPr/>
        </p:nvCxnSpPr>
        <p:spPr>
          <a:xfrm>
            <a:off x="4127811" y="1808743"/>
            <a:ext cx="67290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Box 20"/>
          <p:cNvSpPr txBox="1"/>
          <p:nvPr/>
        </p:nvSpPr>
        <p:spPr>
          <a:xfrm>
            <a:off x="4137027" y="1500967"/>
            <a:ext cx="668773" cy="25654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67" b="1" i="0" u="none" strike="noStrike" kern="1200" cap="none" spc="0" normalizeH="0" baseline="0" noProof="0" dirty="0" err="1">
                <a:ln>
                  <a:noFill/>
                </a:ln>
                <a:solidFill>
                  <a:srgbClr val="7030A0"/>
                </a:solidFill>
                <a:effectLst/>
                <a:uLnTx/>
                <a:uFillTx/>
                <a:latin typeface="Arial"/>
                <a:ea typeface="+mn-ea"/>
                <a:cs typeface="+mn-cs"/>
              </a:rPr>
              <a:t>flatmap</a:t>
            </a:r>
            <a:endParaRPr kumimoji="0" lang="en-IN" sz="1067" b="1" i="0" u="none" strike="noStrike" kern="1200" cap="none" spc="0" normalizeH="0" baseline="0" noProof="0" dirty="0">
              <a:ln>
                <a:noFill/>
              </a:ln>
              <a:solidFill>
                <a:srgbClr val="7030A0"/>
              </a:solidFill>
              <a:effectLst/>
              <a:uLnTx/>
              <a:uFillTx/>
              <a:latin typeface="Arial"/>
              <a:ea typeface="+mn-ea"/>
              <a:cs typeface="+mn-cs"/>
            </a:endParaRPr>
          </a:p>
        </p:txBody>
      </p:sp>
      <p:graphicFrame>
        <p:nvGraphicFramePr>
          <p:cNvPr id="22" name="Table 21"/>
          <p:cNvGraphicFramePr>
            <a:graphicFrameLocks noGrp="1"/>
          </p:cNvGraphicFramePr>
          <p:nvPr/>
        </p:nvGraphicFramePr>
        <p:xfrm>
          <a:off x="6925731" y="1413437"/>
          <a:ext cx="994472" cy="1219200"/>
        </p:xfrm>
        <a:graphic>
          <a:graphicData uri="http://schemas.openxmlformats.org/drawingml/2006/table">
            <a:tbl>
              <a:tblPr firstRow="1" bandRow="1">
                <a:tableStyleId>{5C22544A-7EE6-4342-B048-85BDC9FD1C3A}</a:tableStyleId>
              </a:tblPr>
              <a:tblGrid>
                <a:gridCol w="497236">
                  <a:extLst>
                    <a:ext uri="{9D8B030D-6E8A-4147-A177-3AD203B41FA5}">
                      <a16:colId xmlns:a16="http://schemas.microsoft.com/office/drawing/2014/main" val="2830889989"/>
                    </a:ext>
                  </a:extLst>
                </a:gridCol>
                <a:gridCol w="497236">
                  <a:extLst>
                    <a:ext uri="{9D8B030D-6E8A-4147-A177-3AD203B41FA5}">
                      <a16:colId xmlns:a16="http://schemas.microsoft.com/office/drawing/2014/main" val="3879347736"/>
                    </a:ext>
                  </a:extLst>
                </a:gridCol>
              </a:tblGrid>
              <a:tr h="304800">
                <a:tc>
                  <a:txBody>
                    <a:bodyPr/>
                    <a:lstStyle/>
                    <a:p>
                      <a:r>
                        <a:rPr lang="en-IN" sz="1200" dirty="0">
                          <a:solidFill>
                            <a:srgbClr val="00B050"/>
                          </a:solidFill>
                        </a:rPr>
                        <a:t>3</a:t>
                      </a:r>
                    </a:p>
                  </a:txBody>
                  <a:tcPr marL="121920" marR="121920" marT="60960" marB="60960"/>
                </a:tc>
                <a:tc>
                  <a:txBody>
                    <a:bodyPr/>
                    <a:lstStyle/>
                    <a:p>
                      <a:r>
                        <a:rPr lang="en-IN" sz="1200" dirty="0">
                          <a:solidFill>
                            <a:srgbClr val="00B050"/>
                          </a:solidFill>
                        </a:rPr>
                        <a:t>0.5</a:t>
                      </a:r>
                    </a:p>
                  </a:txBody>
                  <a:tcPr marL="121920" marR="121920" marT="60960" marB="60960"/>
                </a:tc>
                <a:extLst>
                  <a:ext uri="{0D108BD9-81ED-4DB2-BD59-A6C34878D82A}">
                    <a16:rowId xmlns:a16="http://schemas.microsoft.com/office/drawing/2014/main" val="2936686103"/>
                  </a:ext>
                </a:extLst>
              </a:tr>
              <a:tr h="304800">
                <a:tc>
                  <a:txBody>
                    <a:bodyPr/>
                    <a:lstStyle/>
                    <a:p>
                      <a:r>
                        <a:rPr lang="en-IN" sz="1200" dirty="0">
                          <a:solidFill>
                            <a:srgbClr val="00B050"/>
                          </a:solidFill>
                        </a:rPr>
                        <a:t>1</a:t>
                      </a:r>
                    </a:p>
                  </a:txBody>
                  <a:tcPr marL="121920" marR="121920" marT="60960" marB="60960"/>
                </a:tc>
                <a:tc>
                  <a:txBody>
                    <a:bodyPr/>
                    <a:lstStyle/>
                    <a:p>
                      <a:r>
                        <a:rPr lang="en-IN" sz="1200" dirty="0">
                          <a:solidFill>
                            <a:srgbClr val="00B050"/>
                          </a:solidFill>
                        </a:rPr>
                        <a:t>2.0</a:t>
                      </a:r>
                    </a:p>
                  </a:txBody>
                  <a:tcPr marL="121920" marR="121920" marT="60960" marB="60960"/>
                </a:tc>
                <a:extLst>
                  <a:ext uri="{0D108BD9-81ED-4DB2-BD59-A6C34878D82A}">
                    <a16:rowId xmlns:a16="http://schemas.microsoft.com/office/drawing/2014/main" val="760706982"/>
                  </a:ext>
                </a:extLst>
              </a:tr>
              <a:tr h="304800">
                <a:tc>
                  <a:txBody>
                    <a:bodyPr/>
                    <a:lstStyle/>
                    <a:p>
                      <a:r>
                        <a:rPr lang="en-IN" sz="1200" dirty="0">
                          <a:solidFill>
                            <a:srgbClr val="00B050"/>
                          </a:solidFill>
                        </a:rPr>
                        <a:t>2</a:t>
                      </a:r>
                    </a:p>
                  </a:txBody>
                  <a:tcPr marL="121920" marR="121920" marT="60960" marB="60960"/>
                </a:tc>
                <a:tc>
                  <a:txBody>
                    <a:bodyPr/>
                    <a:lstStyle/>
                    <a:p>
                      <a:r>
                        <a:rPr lang="en-IN" sz="1200" dirty="0">
                          <a:solidFill>
                            <a:srgbClr val="00B050"/>
                          </a:solidFill>
                        </a:rPr>
                        <a:t>0.5</a:t>
                      </a:r>
                    </a:p>
                  </a:txBody>
                  <a:tcPr marL="121920" marR="121920" marT="60960" marB="60960"/>
                </a:tc>
                <a:extLst>
                  <a:ext uri="{0D108BD9-81ED-4DB2-BD59-A6C34878D82A}">
                    <a16:rowId xmlns:a16="http://schemas.microsoft.com/office/drawing/2014/main" val="1880262825"/>
                  </a:ext>
                </a:extLst>
              </a:tr>
              <a:tr h="304800">
                <a:tc>
                  <a:txBody>
                    <a:bodyPr/>
                    <a:lstStyle/>
                    <a:p>
                      <a:r>
                        <a:rPr lang="en-IN" sz="1200" dirty="0">
                          <a:solidFill>
                            <a:srgbClr val="00B050"/>
                          </a:solidFill>
                        </a:rPr>
                        <a:t>4</a:t>
                      </a:r>
                    </a:p>
                  </a:txBody>
                  <a:tcPr marL="121920" marR="121920" marT="60960" marB="60960"/>
                </a:tc>
                <a:tc>
                  <a:txBody>
                    <a:bodyPr/>
                    <a:lstStyle/>
                    <a:p>
                      <a:r>
                        <a:rPr lang="en-IN" sz="1200" dirty="0">
                          <a:solidFill>
                            <a:srgbClr val="00B050"/>
                          </a:solidFill>
                        </a:rPr>
                        <a:t>1.0</a:t>
                      </a:r>
                    </a:p>
                  </a:txBody>
                  <a:tcPr marL="121920" marR="121920" marT="60960" marB="60960"/>
                </a:tc>
                <a:extLst>
                  <a:ext uri="{0D108BD9-81ED-4DB2-BD59-A6C34878D82A}">
                    <a16:rowId xmlns:a16="http://schemas.microsoft.com/office/drawing/2014/main" val="2233915956"/>
                  </a:ext>
                </a:extLst>
              </a:tr>
            </a:tbl>
          </a:graphicData>
        </a:graphic>
      </p:graphicFrame>
      <p:cxnSp>
        <p:nvCxnSpPr>
          <p:cNvPr id="24" name="Straight Arrow Connector 23"/>
          <p:cNvCxnSpPr/>
          <p:nvPr/>
        </p:nvCxnSpPr>
        <p:spPr>
          <a:xfrm>
            <a:off x="5832218" y="2161321"/>
            <a:ext cx="109351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TextBox 24"/>
          <p:cNvSpPr txBox="1"/>
          <p:nvPr/>
        </p:nvSpPr>
        <p:spPr>
          <a:xfrm>
            <a:off x="5893585" y="1874063"/>
            <a:ext cx="1055097" cy="25654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67" b="1" i="0" u="none" strike="noStrike" kern="1200" cap="none" spc="0" normalizeH="0" baseline="0" noProof="0" dirty="0" err="1">
                <a:ln>
                  <a:noFill/>
                </a:ln>
                <a:solidFill>
                  <a:srgbClr val="7030A0"/>
                </a:solidFill>
                <a:effectLst/>
                <a:uLnTx/>
                <a:uFillTx/>
                <a:latin typeface="Arial"/>
                <a:ea typeface="+mn-ea"/>
                <a:cs typeface="+mn-cs"/>
              </a:rPr>
              <a:t>reduceByKey</a:t>
            </a:r>
            <a:endParaRPr kumimoji="0" lang="en-IN" sz="1067" b="1" i="0" u="none" strike="noStrike" kern="1200" cap="none" spc="0" normalizeH="0" baseline="0" noProof="0" dirty="0">
              <a:ln>
                <a:noFill/>
              </a:ln>
              <a:solidFill>
                <a:srgbClr val="7030A0"/>
              </a:solidFill>
              <a:effectLst/>
              <a:uLnTx/>
              <a:uFillTx/>
              <a:latin typeface="Arial"/>
              <a:ea typeface="+mn-ea"/>
              <a:cs typeface="+mn-cs"/>
            </a:endParaRPr>
          </a:p>
        </p:txBody>
      </p:sp>
      <p:graphicFrame>
        <p:nvGraphicFramePr>
          <p:cNvPr id="26" name="Table 25"/>
          <p:cNvGraphicFramePr>
            <a:graphicFrameLocks noGrp="1"/>
          </p:cNvGraphicFramePr>
          <p:nvPr/>
        </p:nvGraphicFramePr>
        <p:xfrm>
          <a:off x="9013716" y="1387573"/>
          <a:ext cx="1210742" cy="1219200"/>
        </p:xfrm>
        <a:graphic>
          <a:graphicData uri="http://schemas.openxmlformats.org/drawingml/2006/table">
            <a:tbl>
              <a:tblPr firstRow="1" bandRow="1">
                <a:tableStyleId>{5C22544A-7EE6-4342-B048-85BDC9FD1C3A}</a:tableStyleId>
              </a:tblPr>
              <a:tblGrid>
                <a:gridCol w="605371">
                  <a:extLst>
                    <a:ext uri="{9D8B030D-6E8A-4147-A177-3AD203B41FA5}">
                      <a16:colId xmlns:a16="http://schemas.microsoft.com/office/drawing/2014/main" val="2830889989"/>
                    </a:ext>
                  </a:extLst>
                </a:gridCol>
                <a:gridCol w="605371">
                  <a:extLst>
                    <a:ext uri="{9D8B030D-6E8A-4147-A177-3AD203B41FA5}">
                      <a16:colId xmlns:a16="http://schemas.microsoft.com/office/drawing/2014/main" val="3879347736"/>
                    </a:ext>
                  </a:extLst>
                </a:gridCol>
              </a:tblGrid>
              <a:tr h="304800">
                <a:tc>
                  <a:txBody>
                    <a:bodyPr/>
                    <a:lstStyle/>
                    <a:p>
                      <a:r>
                        <a:rPr lang="en-IN" sz="1200" dirty="0">
                          <a:solidFill>
                            <a:srgbClr val="00B050"/>
                          </a:solidFill>
                        </a:rPr>
                        <a:t>4</a:t>
                      </a:r>
                    </a:p>
                  </a:txBody>
                  <a:tcPr marL="121920" marR="121920" marT="60960" marB="60960"/>
                </a:tc>
                <a:tc>
                  <a:txBody>
                    <a:bodyPr/>
                    <a:lstStyle/>
                    <a:p>
                      <a:r>
                        <a:rPr lang="en-IN" sz="1200" dirty="0">
                          <a:solidFill>
                            <a:srgbClr val="00B050"/>
                          </a:solidFill>
                        </a:rPr>
                        <a:t>1.0</a:t>
                      </a:r>
                    </a:p>
                  </a:txBody>
                  <a:tcPr marL="121920" marR="121920" marT="60960" marB="60960"/>
                </a:tc>
                <a:extLst>
                  <a:ext uri="{0D108BD9-81ED-4DB2-BD59-A6C34878D82A}">
                    <a16:rowId xmlns:a16="http://schemas.microsoft.com/office/drawing/2014/main" val="2936686103"/>
                  </a:ext>
                </a:extLst>
              </a:tr>
              <a:tr h="304800">
                <a:tc>
                  <a:txBody>
                    <a:bodyPr/>
                    <a:lstStyle/>
                    <a:p>
                      <a:r>
                        <a:rPr lang="en-IN" sz="1200" dirty="0">
                          <a:solidFill>
                            <a:srgbClr val="00B050"/>
                          </a:solidFill>
                        </a:rPr>
                        <a:t>3</a:t>
                      </a:r>
                    </a:p>
                  </a:txBody>
                  <a:tcPr marL="121920" marR="121920" marT="60960" marB="60960"/>
                </a:tc>
                <a:tc>
                  <a:txBody>
                    <a:bodyPr/>
                    <a:lstStyle/>
                    <a:p>
                      <a:r>
                        <a:rPr lang="en-IN" sz="1200" dirty="0">
                          <a:solidFill>
                            <a:srgbClr val="00B050"/>
                          </a:solidFill>
                        </a:rPr>
                        <a:t>0.57</a:t>
                      </a:r>
                    </a:p>
                  </a:txBody>
                  <a:tcPr marL="121920" marR="121920" marT="60960" marB="60960"/>
                </a:tc>
                <a:extLst>
                  <a:ext uri="{0D108BD9-81ED-4DB2-BD59-A6C34878D82A}">
                    <a16:rowId xmlns:a16="http://schemas.microsoft.com/office/drawing/2014/main" val="760706982"/>
                  </a:ext>
                </a:extLst>
              </a:tr>
              <a:tr h="304800">
                <a:tc>
                  <a:txBody>
                    <a:bodyPr/>
                    <a:lstStyle/>
                    <a:p>
                      <a:r>
                        <a:rPr lang="en-IN" sz="1200" dirty="0">
                          <a:solidFill>
                            <a:srgbClr val="00B050"/>
                          </a:solidFill>
                        </a:rPr>
                        <a:t>2</a:t>
                      </a:r>
                    </a:p>
                  </a:txBody>
                  <a:tcPr marL="121920" marR="121920" marT="60960" marB="60960"/>
                </a:tc>
                <a:tc>
                  <a:txBody>
                    <a:bodyPr/>
                    <a:lstStyle/>
                    <a:p>
                      <a:r>
                        <a:rPr lang="en-IN" sz="1200" dirty="0">
                          <a:solidFill>
                            <a:srgbClr val="00B050"/>
                          </a:solidFill>
                        </a:rPr>
                        <a:t>0.57</a:t>
                      </a:r>
                    </a:p>
                  </a:txBody>
                  <a:tcPr marL="121920" marR="121920" marT="60960" marB="60960"/>
                </a:tc>
                <a:extLst>
                  <a:ext uri="{0D108BD9-81ED-4DB2-BD59-A6C34878D82A}">
                    <a16:rowId xmlns:a16="http://schemas.microsoft.com/office/drawing/2014/main" val="1880262825"/>
                  </a:ext>
                </a:extLst>
              </a:tr>
              <a:tr h="304800">
                <a:tc>
                  <a:txBody>
                    <a:bodyPr/>
                    <a:lstStyle/>
                    <a:p>
                      <a:r>
                        <a:rPr lang="en-IN" sz="1200" dirty="0">
                          <a:solidFill>
                            <a:srgbClr val="00B050"/>
                          </a:solidFill>
                        </a:rPr>
                        <a:t>1</a:t>
                      </a:r>
                    </a:p>
                  </a:txBody>
                  <a:tcPr marL="121920" marR="121920" marT="60960" marB="60960"/>
                </a:tc>
                <a:tc>
                  <a:txBody>
                    <a:bodyPr/>
                    <a:lstStyle/>
                    <a:p>
                      <a:r>
                        <a:rPr lang="en-IN" sz="1200" dirty="0">
                          <a:solidFill>
                            <a:srgbClr val="00B050"/>
                          </a:solidFill>
                        </a:rPr>
                        <a:t>1.85</a:t>
                      </a:r>
                    </a:p>
                  </a:txBody>
                  <a:tcPr marL="121920" marR="121920" marT="60960" marB="60960"/>
                </a:tc>
                <a:extLst>
                  <a:ext uri="{0D108BD9-81ED-4DB2-BD59-A6C34878D82A}">
                    <a16:rowId xmlns:a16="http://schemas.microsoft.com/office/drawing/2014/main" val="2233915956"/>
                  </a:ext>
                </a:extLst>
              </a:tr>
            </a:tbl>
          </a:graphicData>
        </a:graphic>
      </p:graphicFrame>
      <p:cxnSp>
        <p:nvCxnSpPr>
          <p:cNvPr id="28" name="Straight Arrow Connector 27"/>
          <p:cNvCxnSpPr>
            <a:endCxn id="26" idx="1"/>
          </p:cNvCxnSpPr>
          <p:nvPr/>
        </p:nvCxnSpPr>
        <p:spPr>
          <a:xfrm flipV="1">
            <a:off x="7920204" y="1997173"/>
            <a:ext cx="1093512" cy="551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TextBox 28"/>
          <p:cNvSpPr txBox="1"/>
          <p:nvPr/>
        </p:nvSpPr>
        <p:spPr>
          <a:xfrm>
            <a:off x="7998627" y="1730434"/>
            <a:ext cx="904415" cy="25654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67" b="1" i="0" u="none" strike="noStrike" kern="1200" cap="none" spc="0" normalizeH="0" baseline="0" noProof="0" dirty="0" err="1">
                <a:ln>
                  <a:noFill/>
                </a:ln>
                <a:solidFill>
                  <a:srgbClr val="7030A0"/>
                </a:solidFill>
                <a:effectLst/>
                <a:uLnTx/>
                <a:uFillTx/>
                <a:latin typeface="Arial"/>
                <a:ea typeface="+mn-ea"/>
                <a:cs typeface="+mn-cs"/>
              </a:rPr>
              <a:t>mapValues</a:t>
            </a:r>
            <a:endParaRPr kumimoji="0" lang="en-IN" sz="1067" b="1" i="0" u="none" strike="noStrike" kern="1200" cap="none" spc="0" normalizeH="0" baseline="0" noProof="0" dirty="0">
              <a:ln>
                <a:noFill/>
              </a:ln>
              <a:solidFill>
                <a:srgbClr val="7030A0"/>
              </a:solidFill>
              <a:effectLst/>
              <a:uLnTx/>
              <a:uFillTx/>
              <a:latin typeface="Arial"/>
              <a:ea typeface="+mn-ea"/>
              <a:cs typeface="+mn-cs"/>
            </a:endParaRPr>
          </a:p>
        </p:txBody>
      </p:sp>
      <p:sp>
        <p:nvSpPr>
          <p:cNvPr id="30" name="TextBox 29"/>
          <p:cNvSpPr txBox="1"/>
          <p:nvPr/>
        </p:nvSpPr>
        <p:spPr>
          <a:xfrm>
            <a:off x="509947" y="850499"/>
            <a:ext cx="688009" cy="2974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33" b="1" i="0" u="none" strike="noStrike" kern="1200" cap="none" spc="0" normalizeH="0" baseline="0" noProof="0" dirty="0">
                <a:ln>
                  <a:noFill/>
                </a:ln>
                <a:solidFill>
                  <a:srgbClr val="0070C0"/>
                </a:solidFill>
                <a:effectLst/>
                <a:uLnTx/>
                <a:uFillTx/>
                <a:latin typeface="Arial"/>
                <a:ea typeface="+mn-ea"/>
                <a:cs typeface="+mn-cs"/>
              </a:rPr>
              <a:t>ranks </a:t>
            </a:r>
          </a:p>
        </p:txBody>
      </p:sp>
      <p:sp>
        <p:nvSpPr>
          <p:cNvPr id="32" name="TextBox 31"/>
          <p:cNvSpPr txBox="1"/>
          <p:nvPr/>
        </p:nvSpPr>
        <p:spPr>
          <a:xfrm>
            <a:off x="4686025" y="850499"/>
            <a:ext cx="1362874" cy="2974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33" b="1" i="0" u="none" strike="noStrike" kern="1200" cap="none" spc="0" normalizeH="0" baseline="0" noProof="0" dirty="0" err="1">
                <a:ln>
                  <a:noFill/>
                </a:ln>
                <a:solidFill>
                  <a:srgbClr val="0070C0"/>
                </a:solidFill>
                <a:effectLst/>
                <a:uLnTx/>
                <a:uFillTx/>
                <a:latin typeface="Arial"/>
                <a:ea typeface="+mn-ea"/>
                <a:cs typeface="+mn-cs"/>
              </a:rPr>
              <a:t>indNormScore</a:t>
            </a:r>
            <a:endParaRPr kumimoji="0" lang="en-IN" sz="1333" b="1" i="0" u="none" strike="noStrike" kern="1200" cap="none" spc="0" normalizeH="0" baseline="0" noProof="0" dirty="0">
              <a:ln>
                <a:noFill/>
              </a:ln>
              <a:solidFill>
                <a:srgbClr val="0070C0"/>
              </a:solidFill>
              <a:effectLst/>
              <a:uLnTx/>
              <a:uFillTx/>
              <a:latin typeface="Arial"/>
              <a:ea typeface="+mn-ea"/>
              <a:cs typeface="+mn-cs"/>
            </a:endParaRPr>
          </a:p>
        </p:txBody>
      </p:sp>
      <p:sp>
        <p:nvSpPr>
          <p:cNvPr id="33" name="TextBox 32"/>
          <p:cNvSpPr txBox="1"/>
          <p:nvPr/>
        </p:nvSpPr>
        <p:spPr>
          <a:xfrm>
            <a:off x="9229878" y="1034995"/>
            <a:ext cx="639919" cy="2974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33" b="1" i="0" u="none" strike="noStrike" kern="1200" cap="none" spc="0" normalizeH="0" baseline="0" noProof="0" dirty="0">
                <a:ln>
                  <a:noFill/>
                </a:ln>
                <a:solidFill>
                  <a:srgbClr val="0070C0"/>
                </a:solidFill>
                <a:effectLst/>
                <a:uLnTx/>
                <a:uFillTx/>
                <a:latin typeface="Arial"/>
                <a:ea typeface="+mn-ea"/>
                <a:cs typeface="+mn-cs"/>
              </a:rPr>
              <a:t>ranks</a:t>
            </a:r>
          </a:p>
        </p:txBody>
      </p:sp>
      <p:graphicFrame>
        <p:nvGraphicFramePr>
          <p:cNvPr id="34" name="Table 33"/>
          <p:cNvGraphicFramePr>
            <a:graphicFrameLocks noGrp="1"/>
          </p:cNvGraphicFramePr>
          <p:nvPr/>
        </p:nvGraphicFramePr>
        <p:xfrm>
          <a:off x="1892165" y="4285193"/>
          <a:ext cx="1461160" cy="1219200"/>
        </p:xfrm>
        <a:graphic>
          <a:graphicData uri="http://schemas.openxmlformats.org/drawingml/2006/table">
            <a:tbl>
              <a:tblPr firstRow="1" bandRow="1">
                <a:tableStyleId>{5C22544A-7EE6-4342-B048-85BDC9FD1C3A}</a:tableStyleId>
              </a:tblPr>
              <a:tblGrid>
                <a:gridCol w="389644">
                  <a:extLst>
                    <a:ext uri="{9D8B030D-6E8A-4147-A177-3AD203B41FA5}">
                      <a16:colId xmlns:a16="http://schemas.microsoft.com/office/drawing/2014/main" val="2830889989"/>
                    </a:ext>
                  </a:extLst>
                </a:gridCol>
                <a:gridCol w="1071516">
                  <a:extLst>
                    <a:ext uri="{9D8B030D-6E8A-4147-A177-3AD203B41FA5}">
                      <a16:colId xmlns:a16="http://schemas.microsoft.com/office/drawing/2014/main" val="3879347736"/>
                    </a:ext>
                  </a:extLst>
                </a:gridCol>
              </a:tblGrid>
              <a:tr h="304800">
                <a:tc>
                  <a:txBody>
                    <a:bodyPr/>
                    <a:lstStyle/>
                    <a:p>
                      <a:r>
                        <a:rPr lang="en-IN" sz="1200" dirty="0">
                          <a:solidFill>
                            <a:srgbClr val="00B050"/>
                          </a:solidFill>
                        </a:rPr>
                        <a:t>4</a:t>
                      </a:r>
                    </a:p>
                  </a:txBody>
                  <a:tcPr marL="121920" marR="121920" marT="60960" marB="60960"/>
                </a:tc>
                <a:tc>
                  <a:txBody>
                    <a:bodyPr/>
                    <a:lstStyle/>
                    <a:p>
                      <a:r>
                        <a:rPr lang="en-IN" sz="1200" dirty="0">
                          <a:solidFill>
                            <a:srgbClr val="00B050"/>
                          </a:solidFill>
                        </a:rPr>
                        <a:t>(3,1), 1</a:t>
                      </a:r>
                    </a:p>
                  </a:txBody>
                  <a:tcPr marL="121920" marR="121920" marT="60960" marB="60960"/>
                </a:tc>
                <a:extLst>
                  <a:ext uri="{0D108BD9-81ED-4DB2-BD59-A6C34878D82A}">
                    <a16:rowId xmlns:a16="http://schemas.microsoft.com/office/drawing/2014/main" val="2936686103"/>
                  </a:ext>
                </a:extLst>
              </a:tr>
              <a:tr h="304800">
                <a:tc>
                  <a:txBody>
                    <a:bodyPr/>
                    <a:lstStyle/>
                    <a:p>
                      <a:r>
                        <a:rPr lang="en-IN" sz="1200" dirty="0">
                          <a:solidFill>
                            <a:srgbClr val="00B050"/>
                          </a:solidFill>
                        </a:rPr>
                        <a:t>3</a:t>
                      </a:r>
                    </a:p>
                  </a:txBody>
                  <a:tcPr marL="121920" marR="121920" marT="60960" marB="60960"/>
                </a:tc>
                <a:tc>
                  <a:txBody>
                    <a:bodyPr/>
                    <a:lstStyle/>
                    <a:p>
                      <a:r>
                        <a:rPr lang="en-IN" sz="1200" dirty="0">
                          <a:solidFill>
                            <a:srgbClr val="00B050"/>
                          </a:solidFill>
                        </a:rPr>
                        <a:t>(2,1), 0.57</a:t>
                      </a:r>
                    </a:p>
                  </a:txBody>
                  <a:tcPr marL="121920" marR="121920" marT="60960" marB="60960"/>
                </a:tc>
                <a:extLst>
                  <a:ext uri="{0D108BD9-81ED-4DB2-BD59-A6C34878D82A}">
                    <a16:rowId xmlns:a16="http://schemas.microsoft.com/office/drawing/2014/main" val="760706982"/>
                  </a:ext>
                </a:extLst>
              </a:tr>
              <a:tr h="304800">
                <a:tc>
                  <a:txBody>
                    <a:bodyPr/>
                    <a:lstStyle/>
                    <a:p>
                      <a:r>
                        <a:rPr lang="en-IN" sz="1200" dirty="0">
                          <a:solidFill>
                            <a:srgbClr val="00B050"/>
                          </a:solidFill>
                        </a:rPr>
                        <a:t>2</a:t>
                      </a:r>
                    </a:p>
                  </a:txBody>
                  <a:tcPr marL="121920" marR="121920" marT="60960" marB="60960"/>
                </a:tc>
                <a:tc>
                  <a:txBody>
                    <a:bodyPr/>
                    <a:lstStyle/>
                    <a:p>
                      <a:r>
                        <a:rPr lang="en-IN" sz="1200" dirty="0">
                          <a:solidFill>
                            <a:srgbClr val="00B050"/>
                          </a:solidFill>
                        </a:rPr>
                        <a:t>1,0.57</a:t>
                      </a:r>
                    </a:p>
                  </a:txBody>
                  <a:tcPr marL="121920" marR="121920" marT="60960" marB="60960"/>
                </a:tc>
                <a:extLst>
                  <a:ext uri="{0D108BD9-81ED-4DB2-BD59-A6C34878D82A}">
                    <a16:rowId xmlns:a16="http://schemas.microsoft.com/office/drawing/2014/main" val="1880262825"/>
                  </a:ext>
                </a:extLst>
              </a:tr>
              <a:tr h="304800">
                <a:tc>
                  <a:txBody>
                    <a:bodyPr/>
                    <a:lstStyle/>
                    <a:p>
                      <a:r>
                        <a:rPr lang="en-IN" sz="1200" dirty="0">
                          <a:solidFill>
                            <a:srgbClr val="00B050"/>
                          </a:solidFill>
                        </a:rPr>
                        <a:t>1</a:t>
                      </a:r>
                    </a:p>
                  </a:txBody>
                  <a:tcPr marL="121920" marR="121920" marT="60960" marB="60960"/>
                </a:tc>
                <a:tc>
                  <a:txBody>
                    <a:bodyPr/>
                    <a:lstStyle/>
                    <a:p>
                      <a:r>
                        <a:rPr lang="en-IN" sz="1200" dirty="0">
                          <a:solidFill>
                            <a:srgbClr val="00B050"/>
                          </a:solidFill>
                        </a:rPr>
                        <a:t>4,1.85</a:t>
                      </a:r>
                    </a:p>
                  </a:txBody>
                  <a:tcPr marL="121920" marR="121920" marT="60960" marB="60960"/>
                </a:tc>
                <a:extLst>
                  <a:ext uri="{0D108BD9-81ED-4DB2-BD59-A6C34878D82A}">
                    <a16:rowId xmlns:a16="http://schemas.microsoft.com/office/drawing/2014/main" val="2233915956"/>
                  </a:ext>
                </a:extLst>
              </a:tr>
            </a:tbl>
          </a:graphicData>
        </a:graphic>
      </p:graphicFrame>
      <p:cxnSp>
        <p:nvCxnSpPr>
          <p:cNvPr id="36" name="Straight Connector 35"/>
          <p:cNvCxnSpPr>
            <a:cxnSpLocks/>
          </p:cNvCxnSpPr>
          <p:nvPr/>
        </p:nvCxnSpPr>
        <p:spPr>
          <a:xfrm flipV="1">
            <a:off x="142893" y="4106002"/>
            <a:ext cx="4447214" cy="41053"/>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cxnSpLocks/>
          </p:cNvCxnSpPr>
          <p:nvPr/>
        </p:nvCxnSpPr>
        <p:spPr>
          <a:xfrm>
            <a:off x="1386963" y="3315201"/>
            <a:ext cx="776815" cy="9699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p:cNvCxnSpPr>
            <a:cxnSpLocks/>
          </p:cNvCxnSpPr>
          <p:nvPr/>
        </p:nvCxnSpPr>
        <p:spPr>
          <a:xfrm flipH="1">
            <a:off x="2201793" y="2244313"/>
            <a:ext cx="6811925" cy="20048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4" name="TextBox 43"/>
          <p:cNvSpPr txBox="1"/>
          <p:nvPr/>
        </p:nvSpPr>
        <p:spPr>
          <a:xfrm>
            <a:off x="2031054" y="3759329"/>
            <a:ext cx="550151"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srgbClr val="7030A0"/>
                </a:solidFill>
                <a:effectLst/>
                <a:uLnTx/>
                <a:uFillTx/>
                <a:latin typeface="Arial"/>
                <a:ea typeface="+mn-ea"/>
                <a:cs typeface="+mn-cs"/>
              </a:rPr>
              <a:t>join</a:t>
            </a:r>
          </a:p>
        </p:txBody>
      </p:sp>
      <p:cxnSp>
        <p:nvCxnSpPr>
          <p:cNvPr id="46" name="Straight Arrow Connector 45"/>
          <p:cNvCxnSpPr/>
          <p:nvPr/>
        </p:nvCxnSpPr>
        <p:spPr>
          <a:xfrm>
            <a:off x="3353326" y="4894793"/>
            <a:ext cx="78370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9" name="TextBox 48"/>
          <p:cNvSpPr txBox="1"/>
          <p:nvPr/>
        </p:nvSpPr>
        <p:spPr>
          <a:xfrm>
            <a:off x="4207184" y="4736454"/>
            <a:ext cx="527709" cy="2974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33" b="1" i="0" u="none" strike="noStrike" kern="1200" cap="none" spc="0" normalizeH="0" baseline="0" noProof="0" dirty="0">
                <a:ln>
                  <a:noFill/>
                </a:ln>
                <a:solidFill>
                  <a:srgbClr val="0070C0"/>
                </a:solidFill>
                <a:effectLst/>
                <a:uLnTx/>
                <a:uFillTx/>
                <a:latin typeface="Arial"/>
                <a:ea typeface="+mn-ea"/>
                <a:cs typeface="+mn-cs"/>
              </a:rPr>
              <a:t>……</a:t>
            </a:r>
          </a:p>
        </p:txBody>
      </p:sp>
      <p:sp>
        <p:nvSpPr>
          <p:cNvPr id="3" name="TextBox 2"/>
          <p:cNvSpPr txBox="1"/>
          <p:nvPr/>
        </p:nvSpPr>
        <p:spPr>
          <a:xfrm>
            <a:off x="617553" y="2470039"/>
            <a:ext cx="59182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srgbClr val="0070C0"/>
                </a:solidFill>
                <a:effectLst/>
                <a:uLnTx/>
                <a:uFillTx/>
                <a:latin typeface="Arial"/>
                <a:ea typeface="+mn-ea"/>
                <a:cs typeface="+mn-cs"/>
              </a:rPr>
              <a:t>links</a:t>
            </a:r>
          </a:p>
        </p:txBody>
      </p:sp>
      <p:sp>
        <p:nvSpPr>
          <p:cNvPr id="9" name="TextBox 8">
            <a:extLst>
              <a:ext uri="{FF2B5EF4-FFF2-40B4-BE49-F238E27FC236}">
                <a16:creationId xmlns:a16="http://schemas.microsoft.com/office/drawing/2014/main" id="{C9504847-C2FA-4B3B-BC65-6D1FF061FE6F}"/>
              </a:ext>
            </a:extLst>
          </p:cNvPr>
          <p:cNvSpPr txBox="1"/>
          <p:nvPr/>
        </p:nvSpPr>
        <p:spPr>
          <a:xfrm>
            <a:off x="46962" y="1982703"/>
            <a:ext cx="39145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err="1">
                <a:ln>
                  <a:noFill/>
                </a:ln>
                <a:solidFill>
                  <a:prstClr val="black"/>
                </a:solidFill>
                <a:effectLst/>
                <a:uLnTx/>
                <a:uFillTx/>
                <a:latin typeface="Arial"/>
                <a:ea typeface="+mn-ea"/>
                <a:cs typeface="+mn-cs"/>
              </a:rPr>
              <a:t>itr</a:t>
            </a:r>
            <a:endParaRPr kumimoji="0" lang="en-IN" sz="1200" b="1" i="0" u="none" strike="noStrike" kern="1200" cap="none" spc="0" normalizeH="0" baseline="0" noProof="0" dirty="0">
              <a:ln>
                <a:noFill/>
              </a:ln>
              <a:solidFill>
                <a:prstClr val="black"/>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prstClr val="black"/>
                </a:solidFill>
                <a:effectLst/>
                <a:uLnTx/>
                <a:uFillTx/>
                <a:latin typeface="Arial"/>
                <a:ea typeface="+mn-ea"/>
                <a:cs typeface="+mn-cs"/>
              </a:rPr>
              <a:t>1</a:t>
            </a:r>
          </a:p>
        </p:txBody>
      </p:sp>
      <p:sp>
        <p:nvSpPr>
          <p:cNvPr id="38" name="TextBox 37">
            <a:extLst>
              <a:ext uri="{FF2B5EF4-FFF2-40B4-BE49-F238E27FC236}">
                <a16:creationId xmlns:a16="http://schemas.microsoft.com/office/drawing/2014/main" id="{3555A079-A035-42D4-AF4C-06579079864D}"/>
              </a:ext>
            </a:extLst>
          </p:cNvPr>
          <p:cNvSpPr txBox="1"/>
          <p:nvPr/>
        </p:nvSpPr>
        <p:spPr>
          <a:xfrm>
            <a:off x="98596" y="4704522"/>
            <a:ext cx="39145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err="1">
                <a:ln>
                  <a:noFill/>
                </a:ln>
                <a:solidFill>
                  <a:prstClr val="black"/>
                </a:solidFill>
                <a:effectLst/>
                <a:uLnTx/>
                <a:uFillTx/>
                <a:latin typeface="Arial"/>
                <a:ea typeface="+mn-ea"/>
                <a:cs typeface="+mn-cs"/>
              </a:rPr>
              <a:t>itr</a:t>
            </a:r>
            <a:endParaRPr kumimoji="0" lang="en-IN" sz="1200" b="1" i="0" u="none" strike="noStrike" kern="1200" cap="none" spc="0" normalizeH="0" baseline="0" noProof="0" dirty="0">
              <a:ln>
                <a:noFill/>
              </a:ln>
              <a:solidFill>
                <a:prstClr val="black"/>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prstClr val="black"/>
                </a:solidFill>
                <a:effectLst/>
                <a:uLnTx/>
                <a:uFillTx/>
                <a:latin typeface="Arial"/>
                <a:ea typeface="+mn-ea"/>
                <a:cs typeface="+mn-cs"/>
              </a:rPr>
              <a:t>2</a:t>
            </a:r>
          </a:p>
        </p:txBody>
      </p:sp>
      <p:sp>
        <p:nvSpPr>
          <p:cNvPr id="39" name="TextBox 38">
            <a:extLst>
              <a:ext uri="{FF2B5EF4-FFF2-40B4-BE49-F238E27FC236}">
                <a16:creationId xmlns:a16="http://schemas.microsoft.com/office/drawing/2014/main" id="{6BD3069B-63B4-484C-94EB-F31F7FC3BBDC}"/>
              </a:ext>
            </a:extLst>
          </p:cNvPr>
          <p:cNvSpPr txBox="1"/>
          <p:nvPr/>
        </p:nvSpPr>
        <p:spPr>
          <a:xfrm>
            <a:off x="5380074" y="3332883"/>
            <a:ext cx="6561447" cy="33239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Arial"/>
                <a:ea typeface="+mn-ea"/>
                <a:cs typeface="+mn-cs"/>
              </a:rPr>
              <a:t>for (</a:t>
            </a:r>
            <a:r>
              <a:rPr kumimoji="0" lang="en-IN" sz="1400" b="0" i="0" u="none" strike="noStrike" kern="1200" cap="none" spc="0" normalizeH="0" baseline="0" noProof="0" dirty="0" err="1">
                <a:ln>
                  <a:noFill/>
                </a:ln>
                <a:solidFill>
                  <a:prstClr val="black"/>
                </a:solidFill>
                <a:effectLst/>
                <a:uLnTx/>
                <a:uFillTx/>
                <a:latin typeface="Arial"/>
                <a:ea typeface="+mn-ea"/>
                <a:cs typeface="+mn-cs"/>
              </a:rPr>
              <a:t>i</a:t>
            </a:r>
            <a:r>
              <a:rPr kumimoji="0" lang="en-IN" sz="1400" b="0" i="0" u="none" strike="noStrike" kern="1200" cap="none" spc="0" normalizeH="0" baseline="0" noProof="0" dirty="0">
                <a:ln>
                  <a:noFill/>
                </a:ln>
                <a:solidFill>
                  <a:prstClr val="black"/>
                </a:solidFill>
                <a:effectLst/>
                <a:uLnTx/>
                <a:uFillTx/>
                <a:latin typeface="Arial"/>
                <a:ea typeface="+mn-ea"/>
                <a:cs typeface="+mn-cs"/>
              </a:rPr>
              <a:t> &lt;- 1 to </a:t>
            </a:r>
            <a:r>
              <a:rPr kumimoji="0" lang="en-IN" sz="1400" b="0" i="0" u="none" strike="noStrike" kern="1200" cap="none" spc="0" normalizeH="0" baseline="0" noProof="0" dirty="0" err="1">
                <a:ln>
                  <a:noFill/>
                </a:ln>
                <a:solidFill>
                  <a:prstClr val="black"/>
                </a:solidFill>
                <a:effectLst/>
                <a:uLnTx/>
                <a:uFillTx/>
                <a:latin typeface="Arial"/>
                <a:ea typeface="+mn-ea"/>
                <a:cs typeface="+mn-cs"/>
              </a:rPr>
              <a:t>numIters</a:t>
            </a:r>
            <a:r>
              <a:rPr kumimoji="0" lang="en-IN" sz="1400" b="0" i="0" u="none" strike="noStrike" kern="1200" cap="none" spc="0" normalizeH="0" baseline="0" noProof="0" dirty="0">
                <a:ln>
                  <a:noFill/>
                </a:ln>
                <a:solidFill>
                  <a:prstClr val="black"/>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Arial"/>
                <a:ea typeface="+mn-ea"/>
                <a:cs typeface="+mn-cs"/>
              </a:rPr>
              <a:t>    </a:t>
            </a:r>
            <a:r>
              <a:rPr kumimoji="0" lang="en-IN" sz="1400" b="0" i="0" u="none" strike="noStrike" kern="1200" cap="none" spc="0" normalizeH="0" baseline="0" noProof="0" dirty="0" err="1">
                <a:ln>
                  <a:noFill/>
                </a:ln>
                <a:solidFill>
                  <a:prstClr val="black"/>
                </a:solidFill>
                <a:effectLst/>
                <a:uLnTx/>
                <a:uFillTx/>
                <a:latin typeface="Arial"/>
                <a:ea typeface="+mn-ea"/>
                <a:cs typeface="+mn-cs"/>
              </a:rPr>
              <a:t>val</a:t>
            </a:r>
            <a:r>
              <a:rPr kumimoji="0" lang="en-IN" sz="1400" b="0" i="0" u="none" strike="noStrike" kern="1200" cap="none" spc="0" normalizeH="0" baseline="0" noProof="0" dirty="0">
                <a:ln>
                  <a:noFill/>
                </a:ln>
                <a:solidFill>
                  <a:prstClr val="black"/>
                </a:solidFill>
                <a:effectLst/>
                <a:uLnTx/>
                <a:uFillTx/>
                <a:latin typeface="Arial"/>
                <a:ea typeface="+mn-ea"/>
                <a:cs typeface="+mn-cs"/>
              </a:rPr>
              <a:t> </a:t>
            </a:r>
            <a:r>
              <a:rPr kumimoji="0" lang="en-IN" sz="1400" b="0" i="0" u="none" strike="noStrike" kern="1200" cap="none" spc="0" normalizeH="0" baseline="0" noProof="0" dirty="0" err="1">
                <a:ln>
                  <a:noFill/>
                </a:ln>
                <a:solidFill>
                  <a:prstClr val="black"/>
                </a:solidFill>
                <a:effectLst/>
                <a:uLnTx/>
                <a:uFillTx/>
                <a:latin typeface="Arial"/>
                <a:ea typeface="+mn-ea"/>
                <a:cs typeface="+mn-cs"/>
              </a:rPr>
              <a:t>joinedRDD</a:t>
            </a:r>
            <a:r>
              <a:rPr kumimoji="0" lang="en-IN" sz="1400" b="0" i="0" u="none" strike="noStrike" kern="1200" cap="none" spc="0" normalizeH="0" baseline="0" noProof="0" dirty="0">
                <a:ln>
                  <a:noFill/>
                </a:ln>
                <a:solidFill>
                  <a:prstClr val="black"/>
                </a:solidFill>
                <a:effectLst/>
                <a:uLnTx/>
                <a:uFillTx/>
                <a:latin typeface="Arial"/>
                <a:ea typeface="+mn-ea"/>
                <a:cs typeface="+mn-cs"/>
              </a:rPr>
              <a:t> = </a:t>
            </a:r>
            <a:r>
              <a:rPr kumimoji="0" lang="en-IN" sz="1400" b="0" i="0" u="none" strike="noStrike" kern="1200" cap="none" spc="0" normalizeH="0" baseline="0" noProof="0" dirty="0" err="1">
                <a:ln>
                  <a:noFill/>
                </a:ln>
                <a:solidFill>
                  <a:prstClr val="black"/>
                </a:solidFill>
                <a:effectLst/>
                <a:uLnTx/>
                <a:uFillTx/>
                <a:latin typeface="Arial"/>
                <a:ea typeface="+mn-ea"/>
                <a:cs typeface="+mn-cs"/>
              </a:rPr>
              <a:t>links.</a:t>
            </a:r>
            <a:r>
              <a:rPr kumimoji="0" lang="en-IN" sz="1400" b="1" i="0" u="none" strike="noStrike" kern="1200" cap="none" spc="0" normalizeH="0" baseline="0" noProof="0" dirty="0" err="1">
                <a:ln>
                  <a:noFill/>
                </a:ln>
                <a:solidFill>
                  <a:srgbClr val="002060"/>
                </a:solidFill>
                <a:effectLst/>
                <a:uLnTx/>
                <a:uFillTx/>
                <a:latin typeface="Arial"/>
                <a:ea typeface="+mn-ea"/>
                <a:cs typeface="+mn-cs"/>
              </a:rPr>
              <a:t>join</a:t>
            </a:r>
            <a:r>
              <a:rPr kumimoji="0" lang="en-IN" sz="1400" b="0" i="0" u="none" strike="noStrike" kern="1200" cap="none" spc="0" normalizeH="0" baseline="0" noProof="0" dirty="0">
                <a:ln>
                  <a:noFill/>
                </a:ln>
                <a:solidFill>
                  <a:prstClr val="black"/>
                </a:solidFill>
                <a:effectLst/>
                <a:uLnTx/>
                <a:uFillTx/>
                <a:latin typeface="Arial"/>
                <a:ea typeface="+mn-ea"/>
                <a:cs typeface="+mn-cs"/>
              </a:rPr>
              <a:t>(ranks)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Arial"/>
                <a:ea typeface="+mn-ea"/>
                <a:cs typeface="+mn-cs"/>
              </a:rPr>
              <a:t>    </a:t>
            </a:r>
            <a:r>
              <a:rPr kumimoji="0" lang="en-IN" sz="1400" b="0" i="0" u="none" strike="noStrike" kern="1200" cap="none" spc="0" normalizeH="0" baseline="0" noProof="0" dirty="0" err="1">
                <a:ln>
                  <a:noFill/>
                </a:ln>
                <a:solidFill>
                  <a:prstClr val="black"/>
                </a:solidFill>
                <a:effectLst/>
                <a:uLnTx/>
                <a:uFillTx/>
                <a:latin typeface="Arial"/>
                <a:ea typeface="+mn-ea"/>
                <a:cs typeface="+mn-cs"/>
              </a:rPr>
              <a:t>val</a:t>
            </a:r>
            <a:r>
              <a:rPr kumimoji="0" lang="en-IN" sz="1400" b="0" i="0" u="none" strike="noStrike" kern="1200" cap="none" spc="0" normalizeH="0" baseline="0" noProof="0" dirty="0">
                <a:ln>
                  <a:noFill/>
                </a:ln>
                <a:solidFill>
                  <a:prstClr val="black"/>
                </a:solidFill>
                <a:effectLst/>
                <a:uLnTx/>
                <a:uFillTx/>
                <a:latin typeface="Arial"/>
                <a:ea typeface="+mn-ea"/>
                <a:cs typeface="+mn-cs"/>
              </a:rPr>
              <a:t>  </a:t>
            </a:r>
            <a:r>
              <a:rPr kumimoji="0" lang="en-IN" sz="1400" b="0" i="0" u="none" strike="noStrike" kern="1200" cap="none" spc="0" normalizeH="0" baseline="0" noProof="0" dirty="0" err="1">
                <a:ln>
                  <a:noFill/>
                </a:ln>
                <a:solidFill>
                  <a:prstClr val="black"/>
                </a:solidFill>
                <a:effectLst/>
                <a:uLnTx/>
                <a:uFillTx/>
                <a:latin typeface="Arial"/>
                <a:ea typeface="+mn-ea"/>
                <a:cs typeface="+mn-cs"/>
              </a:rPr>
              <a:t>adjRankRDD</a:t>
            </a:r>
            <a:r>
              <a:rPr kumimoji="0" lang="en-IN" sz="1400" b="0" i="0" u="none" strike="noStrike" kern="1200" cap="none" spc="0" normalizeH="0" baseline="0" noProof="0" dirty="0">
                <a:ln>
                  <a:noFill/>
                </a:ln>
                <a:solidFill>
                  <a:prstClr val="black"/>
                </a:solidFill>
                <a:effectLst/>
                <a:uLnTx/>
                <a:uFillTx/>
                <a:latin typeface="Arial"/>
                <a:ea typeface="+mn-ea"/>
                <a:cs typeface="+mn-cs"/>
              </a:rPr>
              <a:t> =   </a:t>
            </a:r>
            <a:r>
              <a:rPr kumimoji="0" lang="en-IN" sz="1400" b="0" i="0" u="none" strike="noStrike" kern="1200" cap="none" spc="0" normalizeH="0" baseline="0" noProof="0" dirty="0" err="1">
                <a:ln>
                  <a:noFill/>
                </a:ln>
                <a:solidFill>
                  <a:prstClr val="black"/>
                </a:solidFill>
                <a:effectLst/>
                <a:uLnTx/>
                <a:uFillTx/>
                <a:latin typeface="Arial"/>
                <a:ea typeface="+mn-ea"/>
                <a:cs typeface="+mn-cs"/>
              </a:rPr>
              <a:t>joinedRDD.</a:t>
            </a:r>
            <a:r>
              <a:rPr kumimoji="0" lang="en-IN" sz="1400" b="1" i="0" u="none" strike="noStrike" kern="1200" cap="none" spc="0" normalizeH="0" baseline="0" noProof="0" dirty="0" err="1">
                <a:ln>
                  <a:noFill/>
                </a:ln>
                <a:solidFill>
                  <a:srgbClr val="002060"/>
                </a:solidFill>
                <a:effectLst/>
                <a:uLnTx/>
                <a:uFillTx/>
                <a:latin typeface="Arial"/>
                <a:ea typeface="+mn-ea"/>
                <a:cs typeface="+mn-cs"/>
              </a:rPr>
              <a:t>values</a:t>
            </a:r>
            <a:r>
              <a:rPr kumimoji="0" lang="en-IN" sz="1400" b="0" i="0" u="none" strike="noStrike" kern="1200" cap="none" spc="0" normalizeH="0" baseline="0" noProof="0" dirty="0">
                <a:ln>
                  <a:noFill/>
                </a:ln>
                <a:solidFill>
                  <a:prstClr val="black"/>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Arial"/>
                <a:ea typeface="+mn-ea"/>
                <a:cs typeface="+mn-cs"/>
              </a:rPr>
              <a:t>    </a:t>
            </a:r>
            <a:r>
              <a:rPr kumimoji="0" lang="en-IN" sz="1400" b="0" i="0" u="none" strike="noStrike" kern="1200" cap="none" spc="0" normalizeH="0" baseline="0" noProof="0" dirty="0">
                <a:ln>
                  <a:noFill/>
                </a:ln>
                <a:solidFill>
                  <a:srgbClr val="00B0F0"/>
                </a:solidFill>
                <a:effectLst/>
                <a:uLnTx/>
                <a:uFillTx/>
                <a:latin typeface="Arial"/>
                <a:ea typeface="+mn-ea"/>
                <a:cs typeface="+mn-cs"/>
              </a:rPr>
              <a:t>// normalize</a:t>
            </a:r>
            <a:r>
              <a:rPr kumimoji="0" lang="en-IN" sz="1400" b="0" i="0" u="none" strike="noStrike" kern="1200" cap="none" spc="0" normalizeH="0" baseline="0" noProof="0" dirty="0">
                <a:ln>
                  <a:noFill/>
                </a:ln>
                <a:solidFill>
                  <a:prstClr val="black"/>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Arial"/>
                <a:ea typeface="+mn-ea"/>
                <a:cs typeface="+mn-cs"/>
              </a:rPr>
              <a:t>    </a:t>
            </a:r>
            <a:r>
              <a:rPr kumimoji="0" lang="en-IN" sz="1400" b="0" i="0" u="none" strike="noStrike" kern="1200" cap="none" spc="0" normalizeH="0" baseline="0" noProof="0" dirty="0" err="1">
                <a:ln>
                  <a:noFill/>
                </a:ln>
                <a:solidFill>
                  <a:prstClr val="black"/>
                </a:solidFill>
                <a:effectLst/>
                <a:uLnTx/>
                <a:uFillTx/>
                <a:latin typeface="Arial"/>
                <a:ea typeface="+mn-ea"/>
                <a:cs typeface="+mn-cs"/>
              </a:rPr>
              <a:t>val</a:t>
            </a:r>
            <a:r>
              <a:rPr kumimoji="0" lang="en-IN" sz="1400" b="0" i="0" u="none" strike="noStrike" kern="1200" cap="none" spc="0" normalizeH="0" baseline="0" noProof="0" dirty="0">
                <a:ln>
                  <a:noFill/>
                </a:ln>
                <a:solidFill>
                  <a:prstClr val="black"/>
                </a:solidFill>
                <a:effectLst/>
                <a:uLnTx/>
                <a:uFillTx/>
                <a:latin typeface="Arial"/>
                <a:ea typeface="+mn-ea"/>
                <a:cs typeface="+mn-cs"/>
              </a:rPr>
              <a:t> </a:t>
            </a:r>
            <a:r>
              <a:rPr kumimoji="0" lang="en-IN" sz="1400" b="0" i="0" u="none" strike="noStrike" kern="1200" cap="none" spc="0" normalizeH="0" baseline="0" noProof="0" dirty="0" err="1">
                <a:ln>
                  <a:noFill/>
                </a:ln>
                <a:solidFill>
                  <a:prstClr val="black"/>
                </a:solidFill>
                <a:effectLst/>
                <a:uLnTx/>
                <a:uFillTx/>
                <a:latin typeface="Arial"/>
                <a:ea typeface="+mn-ea"/>
                <a:cs typeface="+mn-cs"/>
              </a:rPr>
              <a:t>indNormScore</a:t>
            </a:r>
            <a:r>
              <a:rPr kumimoji="0" lang="en-IN" sz="1400" b="0" i="0" u="none" strike="noStrike" kern="1200" cap="none" spc="0" normalizeH="0" baseline="0" noProof="0" dirty="0">
                <a:ln>
                  <a:noFill/>
                </a:ln>
                <a:solidFill>
                  <a:prstClr val="black"/>
                </a:solidFill>
                <a:effectLst/>
                <a:uLnTx/>
                <a:uFillTx/>
                <a:latin typeface="Arial"/>
                <a:ea typeface="+mn-ea"/>
                <a:cs typeface="+mn-cs"/>
              </a:rPr>
              <a:t>  = </a:t>
            </a:r>
            <a:r>
              <a:rPr kumimoji="0" lang="en-IN" sz="1400" b="0" i="0" u="none" strike="noStrike" kern="1200" cap="none" spc="0" normalizeH="0" baseline="0" noProof="0" dirty="0" err="1">
                <a:ln>
                  <a:noFill/>
                </a:ln>
                <a:solidFill>
                  <a:prstClr val="black"/>
                </a:solidFill>
                <a:effectLst/>
                <a:uLnTx/>
                <a:uFillTx/>
                <a:latin typeface="Arial"/>
                <a:ea typeface="+mn-ea"/>
                <a:cs typeface="+mn-cs"/>
              </a:rPr>
              <a:t>adjRankRDD.</a:t>
            </a:r>
            <a:r>
              <a:rPr kumimoji="0" lang="en-IN" sz="1400" b="1" i="0" u="none" strike="noStrike" kern="1200" cap="none" spc="0" normalizeH="0" baseline="0" noProof="0" dirty="0" err="1">
                <a:ln>
                  <a:noFill/>
                </a:ln>
                <a:solidFill>
                  <a:srgbClr val="002060"/>
                </a:solidFill>
                <a:effectLst/>
                <a:uLnTx/>
                <a:uFillTx/>
                <a:latin typeface="Arial"/>
                <a:ea typeface="+mn-ea"/>
                <a:cs typeface="+mn-cs"/>
              </a:rPr>
              <a:t>flatMap</a:t>
            </a:r>
            <a:r>
              <a:rPr kumimoji="0" lang="en-IN" sz="1400" b="0" i="0" u="none" strike="noStrike" kern="1200" cap="none" spc="0" normalizeH="0" baseline="0" noProof="0" dirty="0">
                <a:ln>
                  <a:noFill/>
                </a:ln>
                <a:solidFill>
                  <a:prstClr val="black"/>
                </a:solidFill>
                <a:effectLst/>
                <a:uLnTx/>
                <a:uFillTx/>
                <a:latin typeface="Arial"/>
                <a:ea typeface="+mn-ea"/>
                <a:cs typeface="+mn-cs"/>
              </a:rPr>
              <a:t>{ case (</a:t>
            </a:r>
            <a:r>
              <a:rPr kumimoji="0" lang="en-IN" sz="1400" b="0" i="0" u="none" strike="noStrike" kern="1200" cap="none" spc="0" normalizeH="0" baseline="0" noProof="0" dirty="0" err="1">
                <a:ln>
                  <a:noFill/>
                </a:ln>
                <a:solidFill>
                  <a:prstClr val="black"/>
                </a:solidFill>
                <a:effectLst/>
                <a:uLnTx/>
                <a:uFillTx/>
                <a:latin typeface="Arial"/>
                <a:ea typeface="+mn-ea"/>
                <a:cs typeface="+mn-cs"/>
              </a:rPr>
              <a:t>urls</a:t>
            </a:r>
            <a:r>
              <a:rPr kumimoji="0" lang="en-IN" sz="1400" b="0" i="0" u="none" strike="noStrike" kern="1200" cap="none" spc="0" normalizeH="0" baseline="0" noProof="0" dirty="0">
                <a:ln>
                  <a:noFill/>
                </a:ln>
                <a:solidFill>
                  <a:prstClr val="black"/>
                </a:solidFill>
                <a:effectLst/>
                <a:uLnTx/>
                <a:uFillTx/>
                <a:latin typeface="Arial"/>
                <a:ea typeface="+mn-ea"/>
                <a:cs typeface="+mn-cs"/>
              </a:rPr>
              <a:t>, rank) =&gt;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Arial"/>
                <a:ea typeface="+mn-ea"/>
                <a:cs typeface="+mn-cs"/>
              </a:rPr>
              <a:t>                                     </a:t>
            </a:r>
            <a:r>
              <a:rPr kumimoji="0" lang="en-IN" sz="1400" b="0" i="0" u="none" strike="noStrike" kern="1200" cap="none" spc="0" normalizeH="0" baseline="0" noProof="0" dirty="0" err="1">
                <a:ln>
                  <a:noFill/>
                </a:ln>
                <a:solidFill>
                  <a:prstClr val="black"/>
                </a:solidFill>
                <a:effectLst/>
                <a:uLnTx/>
                <a:uFillTx/>
                <a:latin typeface="Arial"/>
                <a:ea typeface="+mn-ea"/>
                <a:cs typeface="+mn-cs"/>
              </a:rPr>
              <a:t>val</a:t>
            </a:r>
            <a:r>
              <a:rPr kumimoji="0" lang="en-IN" sz="1400" b="0" i="0" u="none" strike="noStrike" kern="1200" cap="none" spc="0" normalizeH="0" baseline="0" noProof="0" dirty="0">
                <a:ln>
                  <a:noFill/>
                </a:ln>
                <a:solidFill>
                  <a:prstClr val="black"/>
                </a:solidFill>
                <a:effectLst/>
                <a:uLnTx/>
                <a:uFillTx/>
                <a:latin typeface="Arial"/>
                <a:ea typeface="+mn-ea"/>
                <a:cs typeface="+mn-cs"/>
              </a:rPr>
              <a:t> size = </a:t>
            </a:r>
            <a:r>
              <a:rPr kumimoji="0" lang="en-IN" sz="1400" b="0" i="0" u="none" strike="noStrike" kern="1200" cap="none" spc="0" normalizeH="0" baseline="0" noProof="0" dirty="0" err="1">
                <a:ln>
                  <a:noFill/>
                </a:ln>
                <a:solidFill>
                  <a:prstClr val="black"/>
                </a:solidFill>
                <a:effectLst/>
                <a:uLnTx/>
                <a:uFillTx/>
                <a:latin typeface="Arial"/>
                <a:ea typeface="+mn-ea"/>
                <a:cs typeface="+mn-cs"/>
              </a:rPr>
              <a:t>url.size</a:t>
            </a:r>
            <a:r>
              <a:rPr kumimoji="0" lang="en-IN" sz="1400" b="0" i="0" u="none" strike="noStrike" kern="1200" cap="none" spc="0" normalizeH="0" baseline="0" noProof="0" dirty="0">
                <a:ln>
                  <a:noFill/>
                </a:ln>
                <a:solidFill>
                  <a:prstClr val="black"/>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Arial"/>
                <a:ea typeface="+mn-ea"/>
                <a:cs typeface="+mn-cs"/>
              </a:rPr>
              <a:t>                                     </a:t>
            </a:r>
            <a:r>
              <a:rPr kumimoji="0" lang="en-IN" sz="1400" b="0" i="0" u="none" strike="noStrike" kern="1200" cap="none" spc="0" normalizeH="0" baseline="0" noProof="0" dirty="0" err="1">
                <a:ln>
                  <a:noFill/>
                </a:ln>
                <a:solidFill>
                  <a:prstClr val="black"/>
                </a:solidFill>
                <a:effectLst/>
                <a:uLnTx/>
                <a:uFillTx/>
                <a:latin typeface="Arial"/>
                <a:ea typeface="+mn-ea"/>
                <a:cs typeface="+mn-cs"/>
              </a:rPr>
              <a:t>urls.</a:t>
            </a:r>
            <a:r>
              <a:rPr kumimoji="0" lang="en-IN" sz="1400" b="1" i="0" u="none" strike="noStrike" kern="1200" cap="none" spc="0" normalizeH="0" baseline="0" noProof="0" dirty="0" err="1">
                <a:ln>
                  <a:noFill/>
                </a:ln>
                <a:solidFill>
                  <a:srgbClr val="002060"/>
                </a:solidFill>
                <a:effectLst/>
                <a:uLnTx/>
                <a:uFillTx/>
                <a:latin typeface="Arial"/>
                <a:ea typeface="+mn-ea"/>
                <a:cs typeface="+mn-cs"/>
              </a:rPr>
              <a:t>map</a:t>
            </a:r>
            <a:r>
              <a:rPr kumimoji="0" lang="en-IN" sz="1400" b="0" i="0" u="none" strike="noStrike" kern="1200" cap="none" spc="0" normalizeH="0" baseline="0" noProof="0" dirty="0">
                <a:ln>
                  <a:noFill/>
                </a:ln>
                <a:solidFill>
                  <a:prstClr val="black"/>
                </a:solidFill>
                <a:effectLst/>
                <a:uLnTx/>
                <a:uFillTx/>
                <a:latin typeface="Arial"/>
                <a:ea typeface="+mn-ea"/>
                <a:cs typeface="+mn-cs"/>
              </a:rPr>
              <a:t>(</a:t>
            </a:r>
            <a:r>
              <a:rPr kumimoji="0" lang="en-IN" sz="1400" b="0" i="0" u="none" strike="noStrike" kern="1200" cap="none" spc="0" normalizeH="0" baseline="0" noProof="0" dirty="0" err="1">
                <a:ln>
                  <a:noFill/>
                </a:ln>
                <a:solidFill>
                  <a:prstClr val="black"/>
                </a:solidFill>
                <a:effectLst/>
                <a:uLnTx/>
                <a:uFillTx/>
                <a:latin typeface="Arial"/>
                <a:ea typeface="+mn-ea"/>
                <a:cs typeface="+mn-cs"/>
              </a:rPr>
              <a:t>urls</a:t>
            </a:r>
            <a:r>
              <a:rPr kumimoji="0" lang="en-IN" sz="1400" b="0" i="0" u="none" strike="noStrike" kern="1200" cap="none" spc="0" normalizeH="0" baseline="0" noProof="0" dirty="0">
                <a:ln>
                  <a:noFill/>
                </a:ln>
                <a:solidFill>
                  <a:prstClr val="black"/>
                </a:solidFill>
                <a:effectLst/>
                <a:uLnTx/>
                <a:uFillTx/>
                <a:latin typeface="Arial"/>
                <a:ea typeface="+mn-ea"/>
                <a:cs typeface="+mn-cs"/>
              </a:rPr>
              <a:t> =&gt; (</a:t>
            </a:r>
            <a:r>
              <a:rPr kumimoji="0" lang="en-IN" sz="1400" b="0" i="0" u="none" strike="noStrike" kern="1200" cap="none" spc="0" normalizeH="0" baseline="0" noProof="0" dirty="0" err="1">
                <a:ln>
                  <a:noFill/>
                </a:ln>
                <a:solidFill>
                  <a:prstClr val="black"/>
                </a:solidFill>
                <a:effectLst/>
                <a:uLnTx/>
                <a:uFillTx/>
                <a:latin typeface="Arial"/>
                <a:ea typeface="+mn-ea"/>
                <a:cs typeface="+mn-cs"/>
              </a:rPr>
              <a:t>url</a:t>
            </a:r>
            <a:r>
              <a:rPr kumimoji="0" lang="en-IN" sz="1400" b="0" i="0" u="none" strike="noStrike" kern="1200" cap="none" spc="0" normalizeH="0" baseline="0" noProof="0" dirty="0">
                <a:ln>
                  <a:noFill/>
                </a:ln>
                <a:solidFill>
                  <a:prstClr val="black"/>
                </a:solidFill>
                <a:effectLst/>
                <a:uLnTx/>
                <a:uFillTx/>
                <a:latin typeface="Arial"/>
                <a:ea typeface="+mn-ea"/>
                <a:cs typeface="+mn-cs"/>
              </a:rPr>
              <a:t>, rank / size))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Arial"/>
                <a:ea typeface="+mn-ea"/>
                <a:cs typeface="+mn-cs"/>
              </a:rPr>
              <a:t>    </a:t>
            </a:r>
            <a:r>
              <a:rPr kumimoji="0" lang="en-IN" sz="1400" b="0" i="0" u="none" strike="noStrike" kern="1200" cap="none" spc="0" normalizeH="0" baseline="0" noProof="0" dirty="0">
                <a:ln>
                  <a:noFill/>
                </a:ln>
                <a:solidFill>
                  <a:srgbClr val="00B0F0"/>
                </a:solidFill>
                <a:effectLst/>
                <a:uLnTx/>
                <a:uFillTx/>
                <a:latin typeface="Arial"/>
                <a:ea typeface="+mn-ea"/>
                <a:cs typeface="+mn-cs"/>
              </a:rPr>
              <a:t>// final ranks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Arial"/>
                <a:ea typeface="+mn-ea"/>
                <a:cs typeface="+mn-cs"/>
              </a:rPr>
              <a:t>    </a:t>
            </a:r>
            <a:r>
              <a:rPr kumimoji="0" lang="en-IN" sz="1400" b="0" i="0" u="none" strike="noStrike" kern="1200" cap="none" spc="0" normalizeH="0" baseline="0" noProof="0" dirty="0" err="1">
                <a:ln>
                  <a:noFill/>
                </a:ln>
                <a:solidFill>
                  <a:prstClr val="black"/>
                </a:solidFill>
                <a:effectLst/>
                <a:uLnTx/>
                <a:uFillTx/>
                <a:latin typeface="Arial"/>
                <a:ea typeface="+mn-ea"/>
                <a:cs typeface="+mn-cs"/>
              </a:rPr>
              <a:t>val</a:t>
            </a:r>
            <a:r>
              <a:rPr kumimoji="0" lang="en-IN" sz="1400" b="0" i="0" u="none" strike="noStrike" kern="1200" cap="none" spc="0" normalizeH="0" baseline="0" noProof="0" dirty="0">
                <a:ln>
                  <a:noFill/>
                </a:ln>
                <a:solidFill>
                  <a:prstClr val="black"/>
                </a:solidFill>
                <a:effectLst/>
                <a:uLnTx/>
                <a:uFillTx/>
                <a:latin typeface="Arial"/>
                <a:ea typeface="+mn-ea"/>
                <a:cs typeface="+mn-cs"/>
              </a:rPr>
              <a:t> ranks = </a:t>
            </a:r>
            <a:r>
              <a:rPr kumimoji="0" lang="en-IN" sz="1400" b="0" i="0" u="none" strike="noStrike" kern="1200" cap="none" spc="0" normalizeH="0" baseline="0" noProof="0" dirty="0" err="1">
                <a:ln>
                  <a:noFill/>
                </a:ln>
                <a:solidFill>
                  <a:prstClr val="black"/>
                </a:solidFill>
                <a:effectLst/>
                <a:uLnTx/>
                <a:uFillTx/>
                <a:latin typeface="Arial"/>
                <a:ea typeface="+mn-ea"/>
                <a:cs typeface="+mn-cs"/>
              </a:rPr>
              <a:t>indNormScore.</a:t>
            </a:r>
            <a:r>
              <a:rPr kumimoji="0" lang="en-IN" sz="1400" b="1" i="0" u="none" strike="noStrike" kern="1200" cap="none" spc="0" normalizeH="0" baseline="0" noProof="0" dirty="0" err="1">
                <a:ln>
                  <a:noFill/>
                </a:ln>
                <a:solidFill>
                  <a:srgbClr val="002060"/>
                </a:solidFill>
                <a:effectLst/>
                <a:uLnTx/>
                <a:uFillTx/>
                <a:latin typeface="Arial"/>
                <a:ea typeface="+mn-ea"/>
                <a:cs typeface="+mn-cs"/>
              </a:rPr>
              <a:t>reduceByKey</a:t>
            </a:r>
            <a:r>
              <a:rPr kumimoji="0" lang="en-IN" sz="1400" b="0" i="0" u="none" strike="noStrike" kern="1200" cap="none" spc="0" normalizeH="0" baseline="0" noProof="0" dirty="0">
                <a:ln>
                  <a:noFill/>
                </a:ln>
                <a:solidFill>
                  <a:prstClr val="black"/>
                </a:solidFill>
                <a:effectLst/>
                <a:uLnTx/>
                <a:uFillTx/>
                <a:latin typeface="Arial"/>
                <a:ea typeface="+mn-ea"/>
                <a:cs typeface="+mn-cs"/>
              </a:rPr>
              <a:t>(_ + _).</a:t>
            </a:r>
            <a:r>
              <a:rPr kumimoji="0" lang="en-IN" sz="1400" b="1" i="0" u="none" strike="noStrike" kern="1200" cap="none" spc="0" normalizeH="0" baseline="0" noProof="0" dirty="0" err="1">
                <a:ln>
                  <a:noFill/>
                </a:ln>
                <a:solidFill>
                  <a:srgbClr val="002060"/>
                </a:solidFill>
                <a:effectLst/>
                <a:uLnTx/>
                <a:uFillTx/>
                <a:latin typeface="Arial"/>
                <a:ea typeface="+mn-ea"/>
                <a:cs typeface="+mn-cs"/>
              </a:rPr>
              <a:t>mapValues</a:t>
            </a:r>
            <a:r>
              <a:rPr kumimoji="0" lang="en-IN" sz="1400" b="0" i="0" u="none" strike="noStrike" kern="1200" cap="none" spc="0" normalizeH="0" baseline="0" noProof="0" dirty="0">
                <a:ln>
                  <a:noFill/>
                </a:ln>
                <a:solidFill>
                  <a:prstClr val="black"/>
                </a:solidFill>
                <a:effectLst/>
                <a:uLnTx/>
                <a:uFillTx/>
                <a:latin typeface="Arial"/>
                <a:ea typeface="+mn-ea"/>
                <a:cs typeface="+mn-cs"/>
              </a:rPr>
              <a:t>((1-p) + p * _)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Arial"/>
                <a:ea typeface="+mn-ea"/>
                <a:cs typeface="+mn-cs"/>
              </a:rPr>
              <a:t>}</a:t>
            </a:r>
          </a:p>
        </p:txBody>
      </p:sp>
      <p:sp>
        <p:nvSpPr>
          <p:cNvPr id="40" name="TextBox 39">
            <a:extLst>
              <a:ext uri="{FF2B5EF4-FFF2-40B4-BE49-F238E27FC236}">
                <a16:creationId xmlns:a16="http://schemas.microsoft.com/office/drawing/2014/main" id="{E6529749-8B3B-468D-9069-050AFA77C2CC}"/>
              </a:ext>
            </a:extLst>
          </p:cNvPr>
          <p:cNvSpPr txBox="1"/>
          <p:nvPr/>
        </p:nvSpPr>
        <p:spPr>
          <a:xfrm>
            <a:off x="1756692" y="876882"/>
            <a:ext cx="1106393" cy="2974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33" b="1" i="0" u="none" strike="noStrike" kern="1200" cap="none" spc="0" normalizeH="0" baseline="0" noProof="0" dirty="0" err="1">
                <a:ln>
                  <a:noFill/>
                </a:ln>
                <a:solidFill>
                  <a:srgbClr val="0070C0"/>
                </a:solidFill>
                <a:effectLst/>
                <a:uLnTx/>
                <a:uFillTx/>
                <a:latin typeface="Arial"/>
                <a:ea typeface="+mn-ea"/>
                <a:cs typeface="+mn-cs"/>
              </a:rPr>
              <a:t>joinedRDD</a:t>
            </a:r>
            <a:r>
              <a:rPr kumimoji="0" lang="en-IN" sz="1333" b="1" i="0" u="none" strike="noStrike" kern="1200" cap="none" spc="0" normalizeH="0" baseline="0" noProof="0" dirty="0">
                <a:ln>
                  <a:noFill/>
                </a:ln>
                <a:solidFill>
                  <a:srgbClr val="0070C0"/>
                </a:solidFill>
                <a:effectLst/>
                <a:uLnTx/>
                <a:uFillTx/>
                <a:latin typeface="Arial"/>
                <a:ea typeface="+mn-ea"/>
                <a:cs typeface="+mn-cs"/>
              </a:rPr>
              <a:t> </a:t>
            </a:r>
          </a:p>
        </p:txBody>
      </p:sp>
      <p:sp>
        <p:nvSpPr>
          <p:cNvPr id="42" name="TextBox 41">
            <a:extLst>
              <a:ext uri="{FF2B5EF4-FFF2-40B4-BE49-F238E27FC236}">
                <a16:creationId xmlns:a16="http://schemas.microsoft.com/office/drawing/2014/main" id="{4281CFD3-70BD-4CE6-B0A4-B2D00526D6B5}"/>
              </a:ext>
            </a:extLst>
          </p:cNvPr>
          <p:cNvSpPr txBox="1"/>
          <p:nvPr/>
        </p:nvSpPr>
        <p:spPr>
          <a:xfrm>
            <a:off x="3134021" y="794773"/>
            <a:ext cx="1266693" cy="2974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33" b="1" i="0" u="none" strike="noStrike" kern="1200" cap="none" spc="0" normalizeH="0" baseline="0" noProof="0" dirty="0" err="1">
                <a:ln>
                  <a:noFill/>
                </a:ln>
                <a:solidFill>
                  <a:srgbClr val="0070C0"/>
                </a:solidFill>
                <a:effectLst/>
                <a:uLnTx/>
                <a:uFillTx/>
                <a:latin typeface="Arial"/>
                <a:ea typeface="+mn-ea"/>
                <a:cs typeface="+mn-cs"/>
              </a:rPr>
              <a:t>adjRankRDD</a:t>
            </a:r>
            <a:r>
              <a:rPr kumimoji="0" lang="en-IN" sz="1333" b="1" i="0" u="none" strike="noStrike" kern="1200" cap="none" spc="0" normalizeH="0" baseline="0" noProof="0" dirty="0">
                <a:ln>
                  <a:noFill/>
                </a:ln>
                <a:solidFill>
                  <a:srgbClr val="0070C0"/>
                </a:solidFill>
                <a:effectLst/>
                <a:uLnTx/>
                <a:uFillTx/>
                <a:latin typeface="Arial"/>
                <a:ea typeface="+mn-ea"/>
                <a:cs typeface="+mn-cs"/>
              </a:rPr>
              <a:t> </a:t>
            </a:r>
          </a:p>
        </p:txBody>
      </p:sp>
      <p:sp>
        <p:nvSpPr>
          <p:cNvPr id="7" name="TextBox 6">
            <a:extLst>
              <a:ext uri="{FF2B5EF4-FFF2-40B4-BE49-F238E27FC236}">
                <a16:creationId xmlns:a16="http://schemas.microsoft.com/office/drawing/2014/main" id="{438B829D-2661-B56C-3F3D-3B7E5AF25A18}"/>
              </a:ext>
            </a:extLst>
          </p:cNvPr>
          <p:cNvSpPr txBox="1"/>
          <p:nvPr/>
        </p:nvSpPr>
        <p:spPr>
          <a:xfrm>
            <a:off x="98596" y="5763986"/>
            <a:ext cx="4702119" cy="954107"/>
          </a:xfrm>
          <a:prstGeom prst="rect">
            <a:avLst/>
          </a:prstGeom>
          <a:noFill/>
        </p:spPr>
        <p:txBody>
          <a:bodyPr wrap="square" rtlCol="0">
            <a:spAutoFit/>
          </a:bodyPr>
          <a:lstStyle/>
          <a:p>
            <a:r>
              <a:rPr lang="en-US" sz="1400" dirty="0"/>
              <a:t>For iteration 2 we again create a </a:t>
            </a:r>
            <a:r>
              <a:rPr lang="en-US" sz="1400" dirty="0" err="1"/>
              <a:t>joinedRDD</a:t>
            </a:r>
            <a:r>
              <a:rPr lang="en-US" sz="1400" dirty="0"/>
              <a:t> as : </a:t>
            </a:r>
            <a:r>
              <a:rPr lang="en-US" sz="1400" dirty="0" err="1"/>
              <a:t>links.join</a:t>
            </a:r>
            <a:r>
              <a:rPr lang="en-US" sz="1400" dirty="0"/>
              <a:t>(ranks) </a:t>
            </a:r>
          </a:p>
          <a:p>
            <a:r>
              <a:rPr lang="en-US" sz="1400" dirty="0"/>
              <a:t>And since the adjacency list ‘links’ was in memory .cache so we can directly do it easily</a:t>
            </a:r>
          </a:p>
        </p:txBody>
      </p:sp>
    </p:spTree>
    <p:extLst>
      <p:ext uri="{BB962C8B-B14F-4D97-AF65-F5344CB8AC3E}">
        <p14:creationId xmlns:p14="http://schemas.microsoft.com/office/powerpoint/2010/main" val="2277239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39">
                                            <p:txEl>
                                              <p:pRg st="2" end="2"/>
                                            </p:txEl>
                                          </p:spTgt>
                                        </p:tgtEl>
                                        <p:attrNameLst>
                                          <p:attrName>style.fontWeight</p:attrName>
                                        </p:attrNameLst>
                                      </p:cBhvr>
                                      <p:to>
                                        <p:strVal val="bold"/>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5" presetClass="emph" presetSubtype="0" nodeType="clickEffect">
                                  <p:stCondLst>
                                    <p:cond delay="0"/>
                                  </p:stCondLst>
                                  <p:iterate type="lt">
                                    <p:tmAbs val="25"/>
                                  </p:iterate>
                                  <p:childTnLst>
                                    <p:set>
                                      <p:cBhvr override="childStyle">
                                        <p:cTn id="22" dur="indefinite"/>
                                        <p:tgtEl>
                                          <p:spTgt spid="39">
                                            <p:txEl>
                                              <p:pRg st="4" end="4"/>
                                            </p:txEl>
                                          </p:spTgt>
                                        </p:tgtEl>
                                        <p:attrNameLst>
                                          <p:attrName>style.fontWeight</p:attrName>
                                        </p:attrNameLst>
                                      </p:cBhvr>
                                      <p:to>
                                        <p:strVal val="bold"/>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5" presetClass="emph" presetSubtype="0" nodeType="clickEffect">
                                  <p:stCondLst>
                                    <p:cond delay="0"/>
                                  </p:stCondLst>
                                  <p:iterate type="lt">
                                    <p:tmAbs val="25"/>
                                  </p:iterate>
                                  <p:childTnLst>
                                    <p:set>
                                      <p:cBhvr override="childStyle">
                                        <p:cTn id="36" dur="indefinite"/>
                                        <p:tgtEl>
                                          <p:spTgt spid="39">
                                            <p:txEl>
                                              <p:pRg st="6" end="6"/>
                                            </p:txEl>
                                          </p:spTgt>
                                        </p:tgtEl>
                                        <p:attrNameLst>
                                          <p:attrName>style.fontWeight</p:attrName>
                                        </p:attrNameLst>
                                      </p:cBhvr>
                                      <p:to>
                                        <p:strVal val="bold"/>
                                      </p:to>
                                    </p:set>
                                  </p:childTnLst>
                                </p:cTn>
                              </p:par>
                              <p:par>
                                <p:cTn id="37" presetID="15" presetClass="emph" presetSubtype="0" nodeType="withEffect">
                                  <p:stCondLst>
                                    <p:cond delay="0"/>
                                  </p:stCondLst>
                                  <p:iterate type="lt">
                                    <p:tmAbs val="25"/>
                                  </p:iterate>
                                  <p:childTnLst>
                                    <p:set>
                                      <p:cBhvr override="childStyle">
                                        <p:cTn id="38" dur="indefinite"/>
                                        <p:tgtEl>
                                          <p:spTgt spid="39">
                                            <p:txEl>
                                              <p:pRg st="7" end="7"/>
                                            </p:txEl>
                                          </p:spTgt>
                                        </p:tgtEl>
                                        <p:attrNameLst>
                                          <p:attrName>style.fontWeight</p:attrName>
                                        </p:attrNameLst>
                                      </p:cBhvr>
                                      <p:to>
                                        <p:strVal val="bold"/>
                                      </p:to>
                                    </p:set>
                                  </p:childTnLst>
                                </p:cTn>
                              </p:par>
                              <p:par>
                                <p:cTn id="39" presetID="15" presetClass="emph" presetSubtype="0" nodeType="withEffect">
                                  <p:stCondLst>
                                    <p:cond delay="0"/>
                                  </p:stCondLst>
                                  <p:iterate type="lt">
                                    <p:tmAbs val="25"/>
                                  </p:iterate>
                                  <p:childTnLst>
                                    <p:set>
                                      <p:cBhvr override="childStyle">
                                        <p:cTn id="40" dur="indefinite"/>
                                        <p:tgtEl>
                                          <p:spTgt spid="39">
                                            <p:txEl>
                                              <p:pRg st="8" end="8"/>
                                            </p:txEl>
                                          </p:spTgt>
                                        </p:tgtEl>
                                        <p:attrNameLst>
                                          <p:attrName>style.fontWeight</p:attrName>
                                        </p:attrNameLst>
                                      </p:cBhvr>
                                      <p:to>
                                        <p:strVal val="bold"/>
                                      </p:to>
                                    </p:set>
                                  </p:childTnLst>
                                </p:cTn>
                              </p:par>
                              <p:par>
                                <p:cTn id="41" presetID="15" presetClass="emph" presetSubtype="0" nodeType="withEffect">
                                  <p:stCondLst>
                                    <p:cond delay="0"/>
                                  </p:stCondLst>
                                  <p:iterate type="lt">
                                    <p:tmAbs val="25"/>
                                  </p:iterate>
                                  <p:childTnLst>
                                    <p:set>
                                      <p:cBhvr override="childStyle">
                                        <p:cTn id="42" dur="indefinite"/>
                                        <p:tgtEl>
                                          <p:spTgt spid="39">
                                            <p:txEl>
                                              <p:pRg st="9" end="9"/>
                                            </p:txEl>
                                          </p:spTgt>
                                        </p:tgtEl>
                                        <p:attrNameLst>
                                          <p:attrName>style.fontWeight</p:attrName>
                                        </p:attrNameLst>
                                      </p:cBhvr>
                                      <p:to>
                                        <p:strVal val="bold"/>
                                      </p:to>
                                    </p:set>
                                  </p:childTnLst>
                                </p:cTn>
                              </p:par>
                              <p:par>
                                <p:cTn id="43" presetID="15" presetClass="emph" presetSubtype="0" nodeType="withEffect">
                                  <p:stCondLst>
                                    <p:cond delay="0"/>
                                  </p:stCondLst>
                                  <p:iterate type="lt">
                                    <p:tmAbs val="25"/>
                                  </p:iterate>
                                  <p:childTnLst>
                                    <p:set>
                                      <p:cBhvr override="childStyle">
                                        <p:cTn id="44" dur="indefinite"/>
                                        <p:tgtEl>
                                          <p:spTgt spid="39">
                                            <p:txEl>
                                              <p:pRg st="10" end="10"/>
                                            </p:txEl>
                                          </p:spTgt>
                                        </p:tgtEl>
                                        <p:attrNameLst>
                                          <p:attrName>style.fontWeight</p:attrName>
                                        </p:attrNameLst>
                                      </p:cBhvr>
                                      <p:to>
                                        <p:strVal val="bold"/>
                                      </p:to>
                                    </p:set>
                                  </p:childTnLst>
                                </p:cTn>
                              </p:par>
                              <p:par>
                                <p:cTn id="45" presetID="15" presetClass="emph" presetSubtype="0" nodeType="withEffect">
                                  <p:stCondLst>
                                    <p:cond delay="0"/>
                                  </p:stCondLst>
                                  <p:iterate type="lt">
                                    <p:tmAbs val="25"/>
                                  </p:iterate>
                                  <p:childTnLst>
                                    <p:set>
                                      <p:cBhvr override="childStyle">
                                        <p:cTn id="46" dur="indefinite"/>
                                        <p:tgtEl>
                                          <p:spTgt spid="39">
                                            <p:txEl>
                                              <p:pRg st="12" end="12"/>
                                            </p:txEl>
                                          </p:spTgt>
                                        </p:tgtEl>
                                        <p:attrNameLst>
                                          <p:attrName>style.fontWeight</p:attrName>
                                        </p:attrNameLst>
                                      </p:cBhvr>
                                      <p:to>
                                        <p:strVal val="bold"/>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5" presetClass="emph" presetSubtype="0" nodeType="clickEffect">
                                  <p:stCondLst>
                                    <p:cond delay="0"/>
                                  </p:stCondLst>
                                  <p:iterate type="lt">
                                    <p:tmAbs val="25"/>
                                  </p:iterate>
                                  <p:childTnLst>
                                    <p:set>
                                      <p:cBhvr override="childStyle">
                                        <p:cTn id="60" dur="indefinite"/>
                                        <p:tgtEl>
                                          <p:spTgt spid="39">
                                            <p:txEl>
                                              <p:pRg st="13" end="13"/>
                                            </p:txEl>
                                          </p:spTgt>
                                        </p:tgtEl>
                                        <p:attrNameLst>
                                          <p:attrName>style.fontWeight</p:attrName>
                                        </p:attrNameLst>
                                      </p:cBhvr>
                                      <p:to>
                                        <p:strVal val="bold"/>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2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2"/>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2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9"/>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4"/>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43"/>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41"/>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44"/>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46"/>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7" grpId="0"/>
      <p:bldP spid="21" grpId="0"/>
      <p:bldP spid="25" grpId="0"/>
      <p:bldP spid="29" grpId="0"/>
      <p:bldP spid="32" grpId="0"/>
      <p:bldP spid="33" grpId="0"/>
      <p:bldP spid="44" grpId="0"/>
      <p:bldP spid="49" grpId="0"/>
      <p:bldP spid="38" grpId="0"/>
      <p:bldP spid="40" grpId="0"/>
      <p:bldP spid="4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903" y="3062922"/>
            <a:ext cx="10515600" cy="732155"/>
          </a:xfrm>
        </p:spPr>
        <p:txBody>
          <a:bodyPr/>
          <a:lstStyle/>
          <a:p>
            <a:pPr algn="ctr"/>
            <a:r>
              <a:rPr lang="en-IN" sz="4400" b="1" dirty="0">
                <a:solidFill>
                  <a:srgbClr val="00B050"/>
                </a:solidFill>
              </a:rPr>
              <a:t>Thank you! </a:t>
            </a:r>
          </a:p>
        </p:txBody>
      </p:sp>
    </p:spTree>
    <p:extLst>
      <p:ext uri="{BB962C8B-B14F-4D97-AF65-F5344CB8AC3E}">
        <p14:creationId xmlns:p14="http://schemas.microsoft.com/office/powerpoint/2010/main" val="720797686"/>
      </p:ext>
    </p:extLst>
  </p:cSld>
  <p:clrMapOvr>
    <a:masterClrMapping/>
  </p:clrMapOvr>
</p:sld>
</file>

<file path=ppt/theme/theme1.xml><?xml version="1.0" encoding="utf-8"?>
<a:theme xmlns:a="http://schemas.openxmlformats.org/drawingml/2006/main" name="Office Them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Century Schoolbook">
      <a:majorFont>
        <a:latin typeface="Century Schoolbook" panose="02040604050505020304"/>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panose="02040604050505020304"/>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leanor templat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4055</TotalTime>
  <Words>2384</Words>
  <Application>Microsoft Office PowerPoint</Application>
  <PresentationFormat>Widescreen</PresentationFormat>
  <Paragraphs>359</Paragraphs>
  <Slides>30</Slides>
  <Notes>7</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30</vt:i4>
      </vt:variant>
    </vt:vector>
  </HeadingPairs>
  <TitlesOfParts>
    <vt:vector size="40" baseType="lpstr">
      <vt:lpstr>宋体</vt:lpstr>
      <vt:lpstr>Arial</vt:lpstr>
      <vt:lpstr>Calibri</vt:lpstr>
      <vt:lpstr>Cambria Math</vt:lpstr>
      <vt:lpstr>Century Schoolbook</vt:lpstr>
      <vt:lpstr>Quicksand</vt:lpstr>
      <vt:lpstr>Wingdings</vt:lpstr>
      <vt:lpstr>Wingdings 2</vt:lpstr>
      <vt:lpstr>Office Theme</vt:lpstr>
      <vt:lpstr>Eleanor template</vt:lpstr>
      <vt:lpstr>Big Data Processing</vt:lpstr>
      <vt:lpstr>Pagerank   Analysing the Link Structure of the Web Iterative Algorithm in Spark</vt:lpstr>
      <vt:lpstr>Introduction</vt:lpstr>
      <vt:lpstr>Link Structure of the Web</vt:lpstr>
      <vt:lpstr>A Simple Version of PageRank</vt:lpstr>
      <vt:lpstr>An example of Simplified PageRank</vt:lpstr>
      <vt:lpstr>An example of Simplified PageRank</vt:lpstr>
      <vt:lpstr>An example of Simplified PageRank</vt:lpstr>
      <vt:lpstr>A Problem with Simplified PageRank: Loop issue </vt:lpstr>
      <vt:lpstr>An example of the Problem</vt:lpstr>
      <vt:lpstr>An example of the Problem</vt:lpstr>
      <vt:lpstr>An example of the Problem</vt:lpstr>
      <vt:lpstr>Random Walks in Graphs</vt:lpstr>
      <vt:lpstr>PowerPoint Presentation</vt:lpstr>
      <vt:lpstr>Modified Version of PageRank</vt:lpstr>
      <vt:lpstr>An example of Modified PageRank</vt:lpstr>
      <vt:lpstr>PowerPoint Presentation</vt:lpstr>
      <vt:lpstr>PowerPoint Presentation</vt:lpstr>
      <vt:lpstr>PageRank in Spark</vt:lpstr>
      <vt:lpstr>PowerPoint Presentation</vt:lpstr>
      <vt:lpstr>Pagerank in Spark: Steps</vt:lpstr>
      <vt:lpstr>Data Format</vt:lpstr>
      <vt:lpstr>Reading and Storing data</vt:lpstr>
      <vt:lpstr>PowerPoint Presentation</vt:lpstr>
      <vt:lpstr>Initialize the pagerank score</vt:lpstr>
      <vt:lpstr>Looping to re-calculate pagerank scores</vt:lpstr>
      <vt:lpstr>PowerPoint Presentation</vt:lpstr>
      <vt:lpstr>PowerPoint Presentation</vt:lpstr>
      <vt:lpstr>Pagerank in Spark: How it works</vt:lpstr>
      <vt:lpstr>Thank you! </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Data Processing</dc:title>
  <dc:creator>jiaul paik</dc:creator>
  <cp:lastModifiedBy>Subhasini Kumari Gupta</cp:lastModifiedBy>
  <cp:revision>760</cp:revision>
  <dcterms:created xsi:type="dcterms:W3CDTF">2020-05-13T23:12:08Z</dcterms:created>
  <dcterms:modified xsi:type="dcterms:W3CDTF">2025-04-22T09:08:32Z</dcterms:modified>
</cp:coreProperties>
</file>